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ebp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37"/>
  </p:notesMasterIdLst>
  <p:sldIdLst>
    <p:sldId id="256" r:id="rId4"/>
    <p:sldId id="261" r:id="rId5"/>
    <p:sldId id="264" r:id="rId6"/>
    <p:sldId id="265" r:id="rId7"/>
    <p:sldId id="268" r:id="rId8"/>
    <p:sldId id="278" r:id="rId9"/>
    <p:sldId id="269" r:id="rId10"/>
    <p:sldId id="282" r:id="rId11"/>
    <p:sldId id="270" r:id="rId12"/>
    <p:sldId id="285" r:id="rId13"/>
    <p:sldId id="271" r:id="rId14"/>
    <p:sldId id="283" r:id="rId15"/>
    <p:sldId id="272" r:id="rId16"/>
    <p:sldId id="277" r:id="rId17"/>
    <p:sldId id="273" r:id="rId18"/>
    <p:sldId id="281" r:id="rId19"/>
    <p:sldId id="274" r:id="rId20"/>
    <p:sldId id="266" r:id="rId21"/>
    <p:sldId id="290" r:id="rId22"/>
    <p:sldId id="288" r:id="rId23"/>
    <p:sldId id="291" r:id="rId24"/>
    <p:sldId id="267" r:id="rId25"/>
    <p:sldId id="275" r:id="rId26"/>
    <p:sldId id="279" r:id="rId27"/>
    <p:sldId id="289" r:id="rId28"/>
    <p:sldId id="287" r:id="rId29"/>
    <p:sldId id="284" r:id="rId30"/>
    <p:sldId id="276" r:id="rId31"/>
    <p:sldId id="280" r:id="rId32"/>
    <p:sldId id="286" r:id="rId33"/>
    <p:sldId id="293" r:id="rId34"/>
    <p:sldId id="292" r:id="rId35"/>
    <p:sldId id="262" r:id="rId3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F2BF27"/>
    <a:srgbClr val="FFC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>
      <p:cViewPr>
        <p:scale>
          <a:sx n="400" d="100"/>
          <a:sy n="400" d="100"/>
        </p:scale>
        <p:origin x="-7440" y="-3786"/>
      </p:cViewPr>
      <p:guideLst>
        <p:guide orient="horz" pos="19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00-4F96-A5C9-DAE764A771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00-4F96-A5C9-DAE764A771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35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00-4F96-A5C9-DAE764A771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F00-4F96-A5C9-DAE764A771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3780896"/>
        <c:axId val="503792048"/>
      </c:areaChart>
      <c:catAx>
        <c:axId val="503780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792048"/>
        <c:crosses val="autoZero"/>
        <c:auto val="1"/>
        <c:lblAlgn val="ctr"/>
        <c:lblOffset val="100"/>
        <c:noMultiLvlLbl val="0"/>
      </c:catAx>
      <c:valAx>
        <c:axId val="503792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78089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3009666146416E-2"/>
          <c:y val="0"/>
          <c:w val="0.90152633558416406"/>
          <c:h val="0.99783667073374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DDCE-4191-BCED-98480AB8BA9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DDCE-4191-BCED-98480AB8BA9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CE-4191-BCED-98480AB8BA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3009666146416E-2"/>
          <c:y val="0"/>
          <c:w val="0.90152633558416406"/>
          <c:h val="0.99783667073374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B320-4839-AEBE-4CA411026EC1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B320-4839-AEBE-4CA411026EC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20-4839-AEBE-4CA411026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3009666146416E-2"/>
          <c:y val="0"/>
          <c:w val="0.90152633558416406"/>
          <c:h val="0.99783667073374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7540-42CE-8A91-56F2F2C4B7D9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7540-42CE-8A91-56F2F2C4B7D9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40-42CE-8A91-56F2F2C4B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290487608145588E-2"/>
          <c:y val="5.7022637795275589E-2"/>
          <c:w val="0.83759195610226722"/>
          <c:h val="0.98437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2570-45E1-8FF3-4F57B7DEE1C3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2570-45E1-8FF3-4F57B7DEE1C3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2570-45E1-8FF3-4F57B7DEE1C3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70-45E1-8FF3-4F57B7DEE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DA3F-ED3A-4897-B8F3-C49A97F730D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9ED4F-90B4-4BD8-A817-6A0A9D036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7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921D975-47B7-40FA-B919-8B79C77FC0F2}"/>
              </a:ext>
            </a:extLst>
          </p:cNvPr>
          <p:cNvGrpSpPr/>
          <p:nvPr userDrawn="1"/>
        </p:nvGrpSpPr>
        <p:grpSpPr>
          <a:xfrm>
            <a:off x="4572000" y="387072"/>
            <a:ext cx="4569687" cy="4756528"/>
            <a:chOff x="4572000" y="387072"/>
            <a:chExt cx="4569687" cy="4756528"/>
          </a:xfrm>
        </p:grpSpPr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3D941B2F-ACDE-44DC-AD51-21CFD90B9D89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6BA73B4-BC5C-4378-A083-948505655B7B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269974D1-7996-4667-BA09-83671B53C878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34" name="이등변 삼각형 49">
                  <a:extLst>
                    <a:ext uri="{FF2B5EF4-FFF2-40B4-BE49-F238E27FC236}">
                      <a16:creationId xmlns:a16="http://schemas.microsoft.com/office/drawing/2014/main" id="{28E40F27-2EBF-4762-A766-35C37FBBB4FC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5" name="자유형: 도형 34">
                  <a:extLst>
                    <a:ext uri="{FF2B5EF4-FFF2-40B4-BE49-F238E27FC236}">
                      <a16:creationId xmlns:a16="http://schemas.microsoft.com/office/drawing/2014/main" id="{8F48F4F8-139B-4033-8A10-8F6699C3926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자유형: 도형 35">
                  <a:extLst>
                    <a:ext uri="{FF2B5EF4-FFF2-40B4-BE49-F238E27FC236}">
                      <a16:creationId xmlns:a16="http://schemas.microsoft.com/office/drawing/2014/main" id="{1B13B33C-E953-4CCE-A9B0-8BAF1A14BCD1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C8CF60D7-5C5A-451E-BE72-BA888208BAF2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47DE17EC-22E7-4731-8B49-B51235A1DF1F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548997DE-64C7-44A9-A88E-2031BD44F47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4E2EBBBA-5F6E-4A7C-B230-6E02F5B0DE65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23528" y="2787774"/>
            <a:ext cx="3816424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23380" y="3867894"/>
            <a:ext cx="38164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INSERT THE TITLE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OF YOUR PRESENTATION HERE   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731990"/>
            <a:ext cx="9144000" cy="41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그룹 3076">
            <a:extLst>
              <a:ext uri="{FF2B5EF4-FFF2-40B4-BE49-F238E27FC236}">
                <a16:creationId xmlns:a16="http://schemas.microsoft.com/office/drawing/2014/main" id="{98E1F27A-257B-4D1A-B672-BC3E23A06118}"/>
              </a:ext>
            </a:extLst>
          </p:cNvPr>
          <p:cNvGrpSpPr/>
          <p:nvPr userDrawn="1"/>
        </p:nvGrpSpPr>
        <p:grpSpPr>
          <a:xfrm>
            <a:off x="1902711" y="1537517"/>
            <a:ext cx="5620059" cy="3598510"/>
            <a:chOff x="2401342" y="248706"/>
            <a:chExt cx="5620059" cy="3598510"/>
          </a:xfrm>
          <a:solidFill>
            <a:schemeClr val="bg1"/>
          </a:solidFill>
        </p:grpSpPr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AFA52AFD-A09C-4B39-B8D1-31F5FF21F177}"/>
                </a:ext>
              </a:extLst>
            </p:cNvPr>
            <p:cNvSpPr/>
            <p:nvPr userDrawn="1"/>
          </p:nvSpPr>
          <p:spPr>
            <a:xfrm>
              <a:off x="4283968" y="941198"/>
              <a:ext cx="956850" cy="956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Oval 11">
              <a:extLst>
                <a:ext uri="{FF2B5EF4-FFF2-40B4-BE49-F238E27FC236}">
                  <a16:creationId xmlns:a16="http://schemas.microsoft.com/office/drawing/2014/main" id="{28048BEE-7C53-42D0-A506-848E3F17217E}"/>
                </a:ext>
              </a:extLst>
            </p:cNvPr>
            <p:cNvSpPr/>
            <p:nvPr userDrawn="1"/>
          </p:nvSpPr>
          <p:spPr>
            <a:xfrm>
              <a:off x="4080672" y="1386488"/>
              <a:ext cx="491180" cy="4911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55B93957-A57C-44E0-A336-699EE6B4F6CC}"/>
                </a:ext>
              </a:extLst>
            </p:cNvPr>
            <p:cNvSpPr/>
            <p:nvPr userDrawn="1"/>
          </p:nvSpPr>
          <p:spPr>
            <a:xfrm>
              <a:off x="3485352" y="1717923"/>
              <a:ext cx="1190640" cy="1190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0C21273E-B44A-44F4-BED0-FE6BE1C84CED}"/>
                </a:ext>
              </a:extLst>
            </p:cNvPr>
            <p:cNvSpPr/>
            <p:nvPr userDrawn="1"/>
          </p:nvSpPr>
          <p:spPr>
            <a:xfrm>
              <a:off x="2886827" y="1894030"/>
              <a:ext cx="1190640" cy="1190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C9498B36-2DEE-4230-ADEC-8236BBAE4F80}"/>
                </a:ext>
              </a:extLst>
            </p:cNvPr>
            <p:cNvSpPr/>
            <p:nvPr userDrawn="1"/>
          </p:nvSpPr>
          <p:spPr>
            <a:xfrm>
              <a:off x="2401342" y="2516235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EEE0F05A-0627-4B21-8C58-1FF2AFA50934}"/>
                </a:ext>
              </a:extLst>
            </p:cNvPr>
            <p:cNvSpPr/>
            <p:nvPr userDrawn="1"/>
          </p:nvSpPr>
          <p:spPr>
            <a:xfrm>
              <a:off x="3017096" y="2797485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Oval 11">
              <a:extLst>
                <a:ext uri="{FF2B5EF4-FFF2-40B4-BE49-F238E27FC236}">
                  <a16:creationId xmlns:a16="http://schemas.microsoft.com/office/drawing/2014/main" id="{5AC876EE-8F1E-42E3-85E8-F082493EA4B2}"/>
                </a:ext>
              </a:extLst>
            </p:cNvPr>
            <p:cNvSpPr/>
            <p:nvPr userDrawn="1"/>
          </p:nvSpPr>
          <p:spPr>
            <a:xfrm>
              <a:off x="3562974" y="2003019"/>
              <a:ext cx="1844197" cy="18441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AE727798-AF92-4B1B-B34B-6A0B5F01364D}"/>
                </a:ext>
              </a:extLst>
            </p:cNvPr>
            <p:cNvSpPr/>
            <p:nvPr userDrawn="1"/>
          </p:nvSpPr>
          <p:spPr>
            <a:xfrm>
              <a:off x="4999309" y="3011131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0A1A70B0-8EC9-4232-A569-700F9CB90D86}"/>
                </a:ext>
              </a:extLst>
            </p:cNvPr>
            <p:cNvSpPr/>
            <p:nvPr userDrawn="1"/>
          </p:nvSpPr>
          <p:spPr>
            <a:xfrm>
              <a:off x="5653222" y="2981733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8468AA9A-5D52-41E9-AE95-D453CCCDE517}"/>
                </a:ext>
              </a:extLst>
            </p:cNvPr>
            <p:cNvSpPr/>
            <p:nvPr userDrawn="1"/>
          </p:nvSpPr>
          <p:spPr>
            <a:xfrm>
              <a:off x="6035666" y="2445747"/>
              <a:ext cx="1363186" cy="1363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F238635E-ADE2-4689-B906-BFA3780205D3}"/>
                </a:ext>
              </a:extLst>
            </p:cNvPr>
            <p:cNvSpPr/>
            <p:nvPr userDrawn="1"/>
          </p:nvSpPr>
          <p:spPr>
            <a:xfrm>
              <a:off x="7037784" y="2729409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4A66CCF7-4F34-4CEF-A93F-D4C3FBBC31C8}"/>
                </a:ext>
              </a:extLst>
            </p:cNvPr>
            <p:cNvSpPr/>
            <p:nvPr userDrawn="1"/>
          </p:nvSpPr>
          <p:spPr>
            <a:xfrm>
              <a:off x="6658215" y="1725625"/>
              <a:ext cx="1363186" cy="1363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ED5842E9-7C7B-4145-8777-A72EAA033919}"/>
                </a:ext>
              </a:extLst>
            </p:cNvPr>
            <p:cNvSpPr/>
            <p:nvPr userDrawn="1"/>
          </p:nvSpPr>
          <p:spPr>
            <a:xfrm>
              <a:off x="4702059" y="880592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FE795315-79B9-4ACC-A173-0FF1208985F1}"/>
                </a:ext>
              </a:extLst>
            </p:cNvPr>
            <p:cNvSpPr/>
            <p:nvPr userDrawn="1"/>
          </p:nvSpPr>
          <p:spPr>
            <a:xfrm>
              <a:off x="5200227" y="1153449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3C261F52-1234-4DC3-A2FF-D2EDCDFBD59B}"/>
                </a:ext>
              </a:extLst>
            </p:cNvPr>
            <p:cNvSpPr/>
            <p:nvPr userDrawn="1"/>
          </p:nvSpPr>
          <p:spPr>
            <a:xfrm>
              <a:off x="5945245" y="1484448"/>
              <a:ext cx="701108" cy="7011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Oval 11">
              <a:extLst>
                <a:ext uri="{FF2B5EF4-FFF2-40B4-BE49-F238E27FC236}">
                  <a16:creationId xmlns:a16="http://schemas.microsoft.com/office/drawing/2014/main" id="{8898D16D-0930-4BB5-A3BE-871D589D05A2}"/>
                </a:ext>
              </a:extLst>
            </p:cNvPr>
            <p:cNvSpPr/>
            <p:nvPr userDrawn="1"/>
          </p:nvSpPr>
          <p:spPr>
            <a:xfrm>
              <a:off x="6121822" y="1792219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Oval 11">
              <a:extLst>
                <a:ext uri="{FF2B5EF4-FFF2-40B4-BE49-F238E27FC236}">
                  <a16:creationId xmlns:a16="http://schemas.microsoft.com/office/drawing/2014/main" id="{7BD6D6B7-F491-44FF-BEFA-1D7F73C5CB3B}"/>
                </a:ext>
              </a:extLst>
            </p:cNvPr>
            <p:cNvSpPr/>
            <p:nvPr userDrawn="1"/>
          </p:nvSpPr>
          <p:spPr>
            <a:xfrm>
              <a:off x="4251327" y="1369850"/>
              <a:ext cx="2136016" cy="2136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다리꼴 6">
              <a:extLst>
                <a:ext uri="{FF2B5EF4-FFF2-40B4-BE49-F238E27FC236}">
                  <a16:creationId xmlns:a16="http://schemas.microsoft.com/office/drawing/2014/main" id="{A3711D92-0D82-4A0C-98E5-DF2B26ADA064}"/>
                </a:ext>
              </a:extLst>
            </p:cNvPr>
            <p:cNvSpPr/>
            <p:nvPr userDrawn="1"/>
          </p:nvSpPr>
          <p:spPr>
            <a:xfrm>
              <a:off x="4765704" y="248706"/>
              <a:ext cx="608632" cy="1216152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3798740"/>
            <a:ext cx="9144000" cy="1344760"/>
            <a:chOff x="0" y="3798740"/>
            <a:chExt cx="9144000" cy="1344760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4731990"/>
              <a:ext cx="9144000" cy="41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/>
            </a:p>
          </p:txBody>
        </p:sp>
        <p:sp>
          <p:nvSpPr>
            <p:cNvPr id="2" name="Oval 1"/>
            <p:cNvSpPr/>
            <p:nvPr userDrawn="1"/>
          </p:nvSpPr>
          <p:spPr>
            <a:xfrm>
              <a:off x="2195736" y="4299942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Oval 7"/>
            <p:cNvSpPr/>
            <p:nvPr userDrawn="1"/>
          </p:nvSpPr>
          <p:spPr>
            <a:xfrm>
              <a:off x="1772072" y="4361681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1330152" y="4539308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7092280" y="3798740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2"/>
            <p:cNvSpPr/>
            <p:nvPr userDrawn="1"/>
          </p:nvSpPr>
          <p:spPr>
            <a:xfrm>
              <a:off x="6495678" y="4341143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13"/>
            <p:cNvSpPr/>
            <p:nvPr userDrawn="1"/>
          </p:nvSpPr>
          <p:spPr>
            <a:xfrm>
              <a:off x="6991200" y="4240063"/>
              <a:ext cx="697682" cy="6976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14"/>
            <p:cNvSpPr/>
            <p:nvPr userDrawn="1"/>
          </p:nvSpPr>
          <p:spPr>
            <a:xfrm>
              <a:off x="7392378" y="4244602"/>
              <a:ext cx="593007" cy="5930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7812360" y="4435486"/>
              <a:ext cx="593007" cy="5930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075806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372387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76" name="그룹 3075">
            <a:extLst>
              <a:ext uri="{FF2B5EF4-FFF2-40B4-BE49-F238E27FC236}">
                <a16:creationId xmlns:a16="http://schemas.microsoft.com/office/drawing/2014/main" id="{D94CBEB5-5417-46B1-88F6-CC8EAFA04538}"/>
              </a:ext>
            </a:extLst>
          </p:cNvPr>
          <p:cNvGrpSpPr/>
          <p:nvPr userDrawn="1"/>
        </p:nvGrpSpPr>
        <p:grpSpPr>
          <a:xfrm>
            <a:off x="4249055" y="497586"/>
            <a:ext cx="645890" cy="1241591"/>
            <a:chOff x="5304862" y="-789923"/>
            <a:chExt cx="645890" cy="1241591"/>
          </a:xfrm>
        </p:grpSpPr>
        <p:grpSp>
          <p:nvGrpSpPr>
            <p:cNvPr id="3072" name="그룹 3071">
              <a:extLst>
                <a:ext uri="{FF2B5EF4-FFF2-40B4-BE49-F238E27FC236}">
                  <a16:creationId xmlns:a16="http://schemas.microsoft.com/office/drawing/2014/main" id="{1EDC8D9B-3ACF-4259-97AD-31C89A94208E}"/>
                </a:ext>
              </a:extLst>
            </p:cNvPr>
            <p:cNvGrpSpPr/>
            <p:nvPr userDrawn="1"/>
          </p:nvGrpSpPr>
          <p:grpSpPr>
            <a:xfrm>
              <a:off x="5377232" y="-789923"/>
              <a:ext cx="495969" cy="1052585"/>
              <a:chOff x="5868144" y="-857099"/>
              <a:chExt cx="495969" cy="1052585"/>
            </a:xfrm>
          </p:grpSpPr>
          <p:sp>
            <p:nvSpPr>
              <p:cNvPr id="50" name="이등변 삼각형 49">
                <a:extLst>
                  <a:ext uri="{FF2B5EF4-FFF2-40B4-BE49-F238E27FC236}">
                    <a16:creationId xmlns:a16="http://schemas.microsoft.com/office/drawing/2014/main" id="{91D8E74F-74D1-42AF-878A-87DB5086DFB8}"/>
                  </a:ext>
                </a:extLst>
              </p:cNvPr>
              <p:cNvSpPr/>
              <p:nvPr userDrawn="1"/>
            </p:nvSpPr>
            <p:spPr>
              <a:xfrm>
                <a:off x="5868144" y="-853769"/>
                <a:ext cx="495969" cy="1049255"/>
              </a:xfrm>
              <a:custGeom>
                <a:avLst/>
                <a:gdLst>
                  <a:gd name="connsiteX0" fmla="*/ 0 w 311344"/>
                  <a:gd name="connsiteY0" fmla="*/ 1049255 h 1049255"/>
                  <a:gd name="connsiteX1" fmla="*/ 155672 w 311344"/>
                  <a:gd name="connsiteY1" fmla="*/ 0 h 1049255"/>
                  <a:gd name="connsiteX2" fmla="*/ 311344 w 311344"/>
                  <a:gd name="connsiteY2" fmla="*/ 1049255 h 1049255"/>
                  <a:gd name="connsiteX3" fmla="*/ 0 w 311344"/>
                  <a:gd name="connsiteY3" fmla="*/ 1049255 h 1049255"/>
                  <a:gd name="connsiteX0" fmla="*/ 45684 w 357028"/>
                  <a:gd name="connsiteY0" fmla="*/ 1049255 h 1049255"/>
                  <a:gd name="connsiteX1" fmla="*/ 201356 w 357028"/>
                  <a:gd name="connsiteY1" fmla="*/ 0 h 1049255"/>
                  <a:gd name="connsiteX2" fmla="*/ 357028 w 357028"/>
                  <a:gd name="connsiteY2" fmla="*/ 1049255 h 1049255"/>
                  <a:gd name="connsiteX3" fmla="*/ 45684 w 357028"/>
                  <a:gd name="connsiteY3" fmla="*/ 1049255 h 1049255"/>
                  <a:gd name="connsiteX0" fmla="*/ 45684 w 416158"/>
                  <a:gd name="connsiteY0" fmla="*/ 1049255 h 1049255"/>
                  <a:gd name="connsiteX1" fmla="*/ 201356 w 416158"/>
                  <a:gd name="connsiteY1" fmla="*/ 0 h 1049255"/>
                  <a:gd name="connsiteX2" fmla="*/ 357028 w 416158"/>
                  <a:gd name="connsiteY2" fmla="*/ 1049255 h 1049255"/>
                  <a:gd name="connsiteX3" fmla="*/ 45684 w 416158"/>
                  <a:gd name="connsiteY3" fmla="*/ 1049255 h 1049255"/>
                  <a:gd name="connsiteX0" fmla="*/ 87161 w 457635"/>
                  <a:gd name="connsiteY0" fmla="*/ 1049255 h 1049255"/>
                  <a:gd name="connsiteX1" fmla="*/ 242833 w 457635"/>
                  <a:gd name="connsiteY1" fmla="*/ 0 h 1049255"/>
                  <a:gd name="connsiteX2" fmla="*/ 398505 w 457635"/>
                  <a:gd name="connsiteY2" fmla="*/ 1049255 h 1049255"/>
                  <a:gd name="connsiteX3" fmla="*/ 87161 w 457635"/>
                  <a:gd name="connsiteY3" fmla="*/ 1049255 h 1049255"/>
                  <a:gd name="connsiteX0" fmla="*/ 87161 w 500627"/>
                  <a:gd name="connsiteY0" fmla="*/ 1049255 h 1049255"/>
                  <a:gd name="connsiteX1" fmla="*/ 242833 w 500627"/>
                  <a:gd name="connsiteY1" fmla="*/ 0 h 1049255"/>
                  <a:gd name="connsiteX2" fmla="*/ 398505 w 500627"/>
                  <a:gd name="connsiteY2" fmla="*/ 1049255 h 1049255"/>
                  <a:gd name="connsiteX3" fmla="*/ 87161 w 500627"/>
                  <a:gd name="connsiteY3" fmla="*/ 1049255 h 1049255"/>
                  <a:gd name="connsiteX0" fmla="*/ 91187 w 504653"/>
                  <a:gd name="connsiteY0" fmla="*/ 1049255 h 1049255"/>
                  <a:gd name="connsiteX1" fmla="*/ 246859 w 504653"/>
                  <a:gd name="connsiteY1" fmla="*/ 0 h 1049255"/>
                  <a:gd name="connsiteX2" fmla="*/ 402531 w 504653"/>
                  <a:gd name="connsiteY2" fmla="*/ 1049255 h 1049255"/>
                  <a:gd name="connsiteX3" fmla="*/ 91187 w 504653"/>
                  <a:gd name="connsiteY3" fmla="*/ 1049255 h 1049255"/>
                  <a:gd name="connsiteX0" fmla="*/ 91187 w 500775"/>
                  <a:gd name="connsiteY0" fmla="*/ 1049255 h 1049255"/>
                  <a:gd name="connsiteX1" fmla="*/ 246859 w 500775"/>
                  <a:gd name="connsiteY1" fmla="*/ 0 h 1049255"/>
                  <a:gd name="connsiteX2" fmla="*/ 402531 w 500775"/>
                  <a:gd name="connsiteY2" fmla="*/ 1049255 h 1049255"/>
                  <a:gd name="connsiteX3" fmla="*/ 91187 w 500775"/>
                  <a:gd name="connsiteY3" fmla="*/ 1049255 h 1049255"/>
                  <a:gd name="connsiteX0" fmla="*/ 91187 w 484758"/>
                  <a:gd name="connsiteY0" fmla="*/ 1049255 h 1049255"/>
                  <a:gd name="connsiteX1" fmla="*/ 246859 w 484758"/>
                  <a:gd name="connsiteY1" fmla="*/ 0 h 1049255"/>
                  <a:gd name="connsiteX2" fmla="*/ 402531 w 484758"/>
                  <a:gd name="connsiteY2" fmla="*/ 1049255 h 1049255"/>
                  <a:gd name="connsiteX3" fmla="*/ 91187 w 484758"/>
                  <a:gd name="connsiteY3" fmla="*/ 1049255 h 1049255"/>
                  <a:gd name="connsiteX0" fmla="*/ 91187 w 488692"/>
                  <a:gd name="connsiteY0" fmla="*/ 1049255 h 1049255"/>
                  <a:gd name="connsiteX1" fmla="*/ 246859 w 488692"/>
                  <a:gd name="connsiteY1" fmla="*/ 0 h 1049255"/>
                  <a:gd name="connsiteX2" fmla="*/ 402531 w 488692"/>
                  <a:gd name="connsiteY2" fmla="*/ 1049255 h 1049255"/>
                  <a:gd name="connsiteX3" fmla="*/ 91187 w 488692"/>
                  <a:gd name="connsiteY3" fmla="*/ 1049255 h 1049255"/>
                  <a:gd name="connsiteX0" fmla="*/ 91187 w 492707"/>
                  <a:gd name="connsiteY0" fmla="*/ 1049255 h 1049255"/>
                  <a:gd name="connsiteX1" fmla="*/ 246859 w 492707"/>
                  <a:gd name="connsiteY1" fmla="*/ 0 h 1049255"/>
                  <a:gd name="connsiteX2" fmla="*/ 402531 w 492707"/>
                  <a:gd name="connsiteY2" fmla="*/ 1049255 h 1049255"/>
                  <a:gd name="connsiteX3" fmla="*/ 91187 w 492707"/>
                  <a:gd name="connsiteY3" fmla="*/ 1049255 h 1049255"/>
                  <a:gd name="connsiteX0" fmla="*/ 95257 w 496777"/>
                  <a:gd name="connsiteY0" fmla="*/ 1049255 h 1049255"/>
                  <a:gd name="connsiteX1" fmla="*/ 250929 w 496777"/>
                  <a:gd name="connsiteY1" fmla="*/ 0 h 1049255"/>
                  <a:gd name="connsiteX2" fmla="*/ 406601 w 496777"/>
                  <a:gd name="connsiteY2" fmla="*/ 1049255 h 1049255"/>
                  <a:gd name="connsiteX3" fmla="*/ 95257 w 496777"/>
                  <a:gd name="connsiteY3" fmla="*/ 1049255 h 1049255"/>
                  <a:gd name="connsiteX0" fmla="*/ 95257 w 485293"/>
                  <a:gd name="connsiteY0" fmla="*/ 1049255 h 1049255"/>
                  <a:gd name="connsiteX1" fmla="*/ 250929 w 485293"/>
                  <a:gd name="connsiteY1" fmla="*/ 0 h 1049255"/>
                  <a:gd name="connsiteX2" fmla="*/ 406601 w 485293"/>
                  <a:gd name="connsiteY2" fmla="*/ 1049255 h 1049255"/>
                  <a:gd name="connsiteX3" fmla="*/ 95257 w 485293"/>
                  <a:gd name="connsiteY3" fmla="*/ 1049255 h 1049255"/>
                  <a:gd name="connsiteX0" fmla="*/ 95257 w 494828"/>
                  <a:gd name="connsiteY0" fmla="*/ 1049255 h 1049255"/>
                  <a:gd name="connsiteX1" fmla="*/ 250929 w 494828"/>
                  <a:gd name="connsiteY1" fmla="*/ 0 h 1049255"/>
                  <a:gd name="connsiteX2" fmla="*/ 406601 w 494828"/>
                  <a:gd name="connsiteY2" fmla="*/ 1049255 h 1049255"/>
                  <a:gd name="connsiteX3" fmla="*/ 95257 w 494828"/>
                  <a:gd name="connsiteY3" fmla="*/ 1049255 h 1049255"/>
                  <a:gd name="connsiteX0" fmla="*/ 95257 w 493814"/>
                  <a:gd name="connsiteY0" fmla="*/ 1049255 h 1049255"/>
                  <a:gd name="connsiteX1" fmla="*/ 250929 w 493814"/>
                  <a:gd name="connsiteY1" fmla="*/ 0 h 1049255"/>
                  <a:gd name="connsiteX2" fmla="*/ 406601 w 493814"/>
                  <a:gd name="connsiteY2" fmla="*/ 1049255 h 1049255"/>
                  <a:gd name="connsiteX3" fmla="*/ 95257 w 493814"/>
                  <a:gd name="connsiteY3" fmla="*/ 1049255 h 1049255"/>
                  <a:gd name="connsiteX0" fmla="*/ 95257 w 496864"/>
                  <a:gd name="connsiteY0" fmla="*/ 1049255 h 1049255"/>
                  <a:gd name="connsiteX1" fmla="*/ 250929 w 496864"/>
                  <a:gd name="connsiteY1" fmla="*/ 0 h 1049255"/>
                  <a:gd name="connsiteX2" fmla="*/ 406601 w 496864"/>
                  <a:gd name="connsiteY2" fmla="*/ 1049255 h 1049255"/>
                  <a:gd name="connsiteX3" fmla="*/ 95257 w 496864"/>
                  <a:gd name="connsiteY3" fmla="*/ 1049255 h 1049255"/>
                  <a:gd name="connsiteX0" fmla="*/ 95257 w 497887"/>
                  <a:gd name="connsiteY0" fmla="*/ 1049255 h 1049255"/>
                  <a:gd name="connsiteX1" fmla="*/ 250929 w 497887"/>
                  <a:gd name="connsiteY1" fmla="*/ 0 h 1049255"/>
                  <a:gd name="connsiteX2" fmla="*/ 406601 w 497887"/>
                  <a:gd name="connsiteY2" fmla="*/ 1049255 h 1049255"/>
                  <a:gd name="connsiteX3" fmla="*/ 95257 w 497887"/>
                  <a:gd name="connsiteY3" fmla="*/ 1049255 h 1049255"/>
                  <a:gd name="connsiteX0" fmla="*/ 95257 w 495969"/>
                  <a:gd name="connsiteY0" fmla="*/ 1049255 h 1049255"/>
                  <a:gd name="connsiteX1" fmla="*/ 250929 w 495969"/>
                  <a:gd name="connsiteY1" fmla="*/ 0 h 1049255"/>
                  <a:gd name="connsiteX2" fmla="*/ 406601 w 495969"/>
                  <a:gd name="connsiteY2" fmla="*/ 1049255 h 1049255"/>
                  <a:gd name="connsiteX3" fmla="*/ 95257 w 495969"/>
                  <a:gd name="connsiteY3" fmla="*/ 1049255 h 104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AE1386C1-5A88-4DFD-B9C6-1BD9FD99E884}"/>
                  </a:ext>
                </a:extLst>
              </p:cNvPr>
              <p:cNvSpPr/>
              <p:nvPr userDrawn="1"/>
            </p:nvSpPr>
            <p:spPr>
              <a:xfrm>
                <a:off x="5939427" y="102551"/>
                <a:ext cx="364003" cy="92935"/>
              </a:xfrm>
              <a:custGeom>
                <a:avLst/>
                <a:gdLst>
                  <a:gd name="connsiteX0" fmla="*/ 0 w 364003"/>
                  <a:gd name="connsiteY0" fmla="*/ 0 h 92935"/>
                  <a:gd name="connsiteX1" fmla="*/ 364003 w 364003"/>
                  <a:gd name="connsiteY1" fmla="*/ 0 h 92935"/>
                  <a:gd name="connsiteX2" fmla="*/ 336518 w 364003"/>
                  <a:gd name="connsiteY2" fmla="*/ 92935 h 92935"/>
                  <a:gd name="connsiteX3" fmla="*/ 25174 w 364003"/>
                  <a:gd name="connsiteY3" fmla="*/ 92935 h 9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4B26653-6B23-4EFE-8B06-375137532FD8}"/>
                  </a:ext>
                </a:extLst>
              </p:cNvPr>
              <p:cNvSpPr/>
              <p:nvPr userDrawn="1"/>
            </p:nvSpPr>
            <p:spPr>
              <a:xfrm>
                <a:off x="5893989" y="-857099"/>
                <a:ext cx="444279" cy="350537"/>
              </a:xfrm>
              <a:custGeom>
                <a:avLst/>
                <a:gdLst>
                  <a:gd name="connsiteX0" fmla="*/ 227272 w 444279"/>
                  <a:gd name="connsiteY0" fmla="*/ 0 h 350537"/>
                  <a:gd name="connsiteX1" fmla="*/ 440556 w 444279"/>
                  <a:gd name="connsiteY1" fmla="*/ 335046 h 350537"/>
                  <a:gd name="connsiteX2" fmla="*/ 444279 w 444279"/>
                  <a:gd name="connsiteY2" fmla="*/ 350537 h 350537"/>
                  <a:gd name="connsiteX3" fmla="*/ 0 w 444279"/>
                  <a:gd name="connsiteY3" fmla="*/ 350537 h 350537"/>
                  <a:gd name="connsiteX4" fmla="*/ 8223 w 444279"/>
                  <a:gd name="connsiteY4" fmla="*/ 318604 h 350537"/>
                  <a:gd name="connsiteX5" fmla="*/ 227272 w 444279"/>
                  <a:gd name="connsiteY5" fmla="*/ 0 h 350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2D3E034-244B-447C-9103-515EC73ED955}"/>
                </a:ext>
              </a:extLst>
            </p:cNvPr>
            <p:cNvSpPr/>
            <p:nvPr userDrawn="1"/>
          </p:nvSpPr>
          <p:spPr>
            <a:xfrm>
              <a:off x="5535216" y="-3516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3" name="직사각형 3072">
              <a:extLst>
                <a:ext uri="{FF2B5EF4-FFF2-40B4-BE49-F238E27FC236}">
                  <a16:creationId xmlns:a16="http://schemas.microsoft.com/office/drawing/2014/main" id="{B8AC1995-F1DB-45F4-BAD9-8612F17EC7CF}"/>
                </a:ext>
              </a:extLst>
            </p:cNvPr>
            <p:cNvSpPr/>
            <p:nvPr userDrawn="1"/>
          </p:nvSpPr>
          <p:spPr>
            <a:xfrm flipH="1">
              <a:off x="5614416" y="6445"/>
              <a:ext cx="21600" cy="43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5" name="자유형: 도형 3074">
              <a:extLst>
                <a:ext uri="{FF2B5EF4-FFF2-40B4-BE49-F238E27FC236}">
                  <a16:creationId xmlns:a16="http://schemas.microsoft.com/office/drawing/2014/main" id="{1B2C1A3C-1B19-4A94-822F-AE9B5A703575}"/>
                </a:ext>
              </a:extLst>
            </p:cNvPr>
            <p:cNvSpPr/>
            <p:nvPr userDrawn="1"/>
          </p:nvSpPr>
          <p:spPr>
            <a:xfrm>
              <a:off x="5304862" y="-1556"/>
              <a:ext cx="143653" cy="453224"/>
            </a:xfrm>
            <a:custGeom>
              <a:avLst/>
              <a:gdLst>
                <a:gd name="connsiteX0" fmla="*/ 71561 w 116619"/>
                <a:gd name="connsiteY0" fmla="*/ 0 h 453224"/>
                <a:gd name="connsiteX1" fmla="*/ 116619 w 116619"/>
                <a:gd name="connsiteY1" fmla="*/ 145774 h 453224"/>
                <a:gd name="connsiteX2" fmla="*/ 0 w 116619"/>
                <a:gd name="connsiteY2" fmla="*/ 453224 h 453224"/>
                <a:gd name="connsiteX3" fmla="*/ 71561 w 116619"/>
                <a:gd name="connsiteY3" fmla="*/ 0 h 453224"/>
                <a:gd name="connsiteX0" fmla="*/ 78782 w 123840"/>
                <a:gd name="connsiteY0" fmla="*/ 0 h 453224"/>
                <a:gd name="connsiteX1" fmla="*/ 123840 w 123840"/>
                <a:gd name="connsiteY1" fmla="*/ 145774 h 453224"/>
                <a:gd name="connsiteX2" fmla="*/ 7221 w 123840"/>
                <a:gd name="connsiteY2" fmla="*/ 453224 h 453224"/>
                <a:gd name="connsiteX3" fmla="*/ 78782 w 123840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5845 w 140903"/>
                <a:gd name="connsiteY0" fmla="*/ 0 h 453224"/>
                <a:gd name="connsiteX1" fmla="*/ 140903 w 140903"/>
                <a:gd name="connsiteY1" fmla="*/ 145774 h 453224"/>
                <a:gd name="connsiteX2" fmla="*/ 24284 w 140903"/>
                <a:gd name="connsiteY2" fmla="*/ 453224 h 453224"/>
                <a:gd name="connsiteX3" fmla="*/ 95845 w 140903"/>
                <a:gd name="connsiteY3" fmla="*/ 0 h 453224"/>
                <a:gd name="connsiteX0" fmla="*/ 98595 w 143653"/>
                <a:gd name="connsiteY0" fmla="*/ 0 h 453224"/>
                <a:gd name="connsiteX1" fmla="*/ 143653 w 143653"/>
                <a:gd name="connsiteY1" fmla="*/ 145774 h 453224"/>
                <a:gd name="connsiteX2" fmla="*/ 27034 w 143653"/>
                <a:gd name="connsiteY2" fmla="*/ 453224 h 453224"/>
                <a:gd name="connsiteX3" fmla="*/ 98595 w 143653"/>
                <a:gd name="connsiteY3" fmla="*/ 0 h 45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DA97839E-8AFB-4B9F-9CA8-740B072EF2C1}"/>
                </a:ext>
              </a:extLst>
            </p:cNvPr>
            <p:cNvSpPr/>
            <p:nvPr userDrawn="1"/>
          </p:nvSpPr>
          <p:spPr>
            <a:xfrm flipH="1">
              <a:off x="5807099" y="-1556"/>
              <a:ext cx="143653" cy="453224"/>
            </a:xfrm>
            <a:custGeom>
              <a:avLst/>
              <a:gdLst>
                <a:gd name="connsiteX0" fmla="*/ 71561 w 116619"/>
                <a:gd name="connsiteY0" fmla="*/ 0 h 453224"/>
                <a:gd name="connsiteX1" fmla="*/ 116619 w 116619"/>
                <a:gd name="connsiteY1" fmla="*/ 145774 h 453224"/>
                <a:gd name="connsiteX2" fmla="*/ 0 w 116619"/>
                <a:gd name="connsiteY2" fmla="*/ 453224 h 453224"/>
                <a:gd name="connsiteX3" fmla="*/ 71561 w 116619"/>
                <a:gd name="connsiteY3" fmla="*/ 0 h 453224"/>
                <a:gd name="connsiteX0" fmla="*/ 78782 w 123840"/>
                <a:gd name="connsiteY0" fmla="*/ 0 h 453224"/>
                <a:gd name="connsiteX1" fmla="*/ 123840 w 123840"/>
                <a:gd name="connsiteY1" fmla="*/ 145774 h 453224"/>
                <a:gd name="connsiteX2" fmla="*/ 7221 w 123840"/>
                <a:gd name="connsiteY2" fmla="*/ 453224 h 453224"/>
                <a:gd name="connsiteX3" fmla="*/ 78782 w 123840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5845 w 140903"/>
                <a:gd name="connsiteY0" fmla="*/ 0 h 453224"/>
                <a:gd name="connsiteX1" fmla="*/ 140903 w 140903"/>
                <a:gd name="connsiteY1" fmla="*/ 145774 h 453224"/>
                <a:gd name="connsiteX2" fmla="*/ 24284 w 140903"/>
                <a:gd name="connsiteY2" fmla="*/ 453224 h 453224"/>
                <a:gd name="connsiteX3" fmla="*/ 95845 w 140903"/>
                <a:gd name="connsiteY3" fmla="*/ 0 h 453224"/>
                <a:gd name="connsiteX0" fmla="*/ 98595 w 143653"/>
                <a:gd name="connsiteY0" fmla="*/ 0 h 453224"/>
                <a:gd name="connsiteX1" fmla="*/ 143653 w 143653"/>
                <a:gd name="connsiteY1" fmla="*/ 145774 h 453224"/>
                <a:gd name="connsiteX2" fmla="*/ 27034 w 143653"/>
                <a:gd name="connsiteY2" fmla="*/ 453224 h 453224"/>
                <a:gd name="connsiteX3" fmla="*/ 98595 w 143653"/>
                <a:gd name="connsiteY3" fmla="*/ 0 h 45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48014"/>
            <a:ext cx="914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8001641" y="3940074"/>
            <a:ext cx="1142359" cy="1189066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987824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411510"/>
            <a:ext cx="2303282" cy="136815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779662"/>
            <a:ext cx="2303282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5AC382A-C3B5-4BE0-B805-8F9094AFD7DC}"/>
              </a:ext>
            </a:extLst>
          </p:cNvPr>
          <p:cNvGrpSpPr/>
          <p:nvPr userDrawn="1"/>
        </p:nvGrpSpPr>
        <p:grpSpPr>
          <a:xfrm>
            <a:off x="0" y="2571749"/>
            <a:ext cx="2984923" cy="2571751"/>
            <a:chOff x="0" y="2571749"/>
            <a:chExt cx="2984923" cy="2571751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0" y="4032469"/>
              <a:ext cx="2984923" cy="1111031"/>
              <a:chOff x="0" y="4032469"/>
              <a:chExt cx="2984923" cy="1111031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2527176" y="4443958"/>
                <a:ext cx="457200" cy="699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Oval 2"/>
              <p:cNvSpPr/>
              <p:nvPr userDrawn="1"/>
            </p:nvSpPr>
            <p:spPr>
              <a:xfrm>
                <a:off x="2128455" y="4032469"/>
                <a:ext cx="856468" cy="856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 userDrawn="1"/>
            </p:nvSpPr>
            <p:spPr>
              <a:xfrm>
                <a:off x="0" y="4363963"/>
                <a:ext cx="449249" cy="7795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 userDrawn="1"/>
            </p:nvSpPr>
            <p:spPr>
              <a:xfrm>
                <a:off x="0" y="41170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A909D931-338B-4F68-B73A-DDF2CA17DD12}"/>
                </a:ext>
              </a:extLst>
            </p:cNvPr>
            <p:cNvSpPr/>
            <p:nvPr userDrawn="1"/>
          </p:nvSpPr>
          <p:spPr>
            <a:xfrm>
              <a:off x="0" y="3170955"/>
              <a:ext cx="2544134" cy="1972545"/>
            </a:xfrm>
            <a:custGeom>
              <a:avLst/>
              <a:gdLst>
                <a:gd name="connsiteX0" fmla="*/ 1395974 w 2544134"/>
                <a:gd name="connsiteY0" fmla="*/ 0 h 1972545"/>
                <a:gd name="connsiteX1" fmla="*/ 1581175 w 2544134"/>
                <a:gd name="connsiteY1" fmla="*/ 0 h 1972545"/>
                <a:gd name="connsiteX2" fmla="*/ 1629807 w 2544134"/>
                <a:gd name="connsiteY2" fmla="*/ 388693 h 1972545"/>
                <a:gd name="connsiteX3" fmla="*/ 1660266 w 2544134"/>
                <a:gd name="connsiteY3" fmla="*/ 394521 h 1972545"/>
                <a:gd name="connsiteX4" fmla="*/ 1843628 w 2544134"/>
                <a:gd name="connsiteY4" fmla="*/ 524107 h 1972545"/>
                <a:gd name="connsiteX5" fmla="*/ 1859380 w 2544134"/>
                <a:gd name="connsiteY5" fmla="*/ 553128 h 1972545"/>
                <a:gd name="connsiteX6" fmla="*/ 1884339 w 2544134"/>
                <a:gd name="connsiteY6" fmla="*/ 550612 h 1972545"/>
                <a:gd name="connsiteX7" fmla="*/ 2175988 w 2544134"/>
                <a:gd name="connsiteY7" fmla="*/ 743930 h 1972545"/>
                <a:gd name="connsiteX8" fmla="*/ 2180885 w 2544134"/>
                <a:gd name="connsiteY8" fmla="*/ 759703 h 1972545"/>
                <a:gd name="connsiteX9" fmla="*/ 2191569 w 2544134"/>
                <a:gd name="connsiteY9" fmla="*/ 756387 h 1972545"/>
                <a:gd name="connsiteX10" fmla="*/ 2234564 w 2544134"/>
                <a:gd name="connsiteY10" fmla="*/ 752052 h 1972545"/>
                <a:gd name="connsiteX11" fmla="*/ 2443572 w 2544134"/>
                <a:gd name="connsiteY11" fmla="*/ 922399 h 1972545"/>
                <a:gd name="connsiteX12" fmla="*/ 2445282 w 2544134"/>
                <a:gd name="connsiteY12" fmla="*/ 939364 h 1972545"/>
                <a:gd name="connsiteX13" fmla="*/ 2508998 w 2544134"/>
                <a:gd name="connsiteY13" fmla="*/ 945787 h 1972545"/>
                <a:gd name="connsiteX14" fmla="*/ 2544134 w 2544134"/>
                <a:gd name="connsiteY14" fmla="*/ 956223 h 1972545"/>
                <a:gd name="connsiteX15" fmla="*/ 2544134 w 2544134"/>
                <a:gd name="connsiteY15" fmla="*/ 1972545 h 1972545"/>
                <a:gd name="connsiteX16" fmla="*/ 354884 w 2544134"/>
                <a:gd name="connsiteY16" fmla="*/ 1972545 h 1972545"/>
                <a:gd name="connsiteX17" fmla="*/ 342134 w 2544134"/>
                <a:gd name="connsiteY17" fmla="*/ 1965625 h 1972545"/>
                <a:gd name="connsiteX18" fmla="*/ 244050 w 2544134"/>
                <a:gd name="connsiteY18" fmla="*/ 1838062 h 1972545"/>
                <a:gd name="connsiteX19" fmla="*/ 241474 w 2544134"/>
                <a:gd name="connsiteY19" fmla="*/ 1812505 h 1972545"/>
                <a:gd name="connsiteX20" fmla="*/ 236764 w 2544134"/>
                <a:gd name="connsiteY20" fmla="*/ 1816784 h 1972545"/>
                <a:gd name="connsiteX21" fmla="*/ 103253 w 2544134"/>
                <a:gd name="connsiteY21" fmla="*/ 1857566 h 1972545"/>
                <a:gd name="connsiteX22" fmla="*/ 10304 w 2544134"/>
                <a:gd name="connsiteY22" fmla="*/ 1838801 h 1972545"/>
                <a:gd name="connsiteX23" fmla="*/ 0 w 2544134"/>
                <a:gd name="connsiteY23" fmla="*/ 1833208 h 1972545"/>
                <a:gd name="connsiteX24" fmla="*/ 0 w 2544134"/>
                <a:gd name="connsiteY24" fmla="*/ 1404340 h 1972545"/>
                <a:gd name="connsiteX25" fmla="*/ 10304 w 2544134"/>
                <a:gd name="connsiteY25" fmla="*/ 1398747 h 1972545"/>
                <a:gd name="connsiteX26" fmla="*/ 103253 w 2544134"/>
                <a:gd name="connsiteY26" fmla="*/ 1379981 h 1972545"/>
                <a:gd name="connsiteX27" fmla="*/ 151378 w 2544134"/>
                <a:gd name="connsiteY27" fmla="*/ 1384832 h 1972545"/>
                <a:gd name="connsiteX28" fmla="*/ 162402 w 2544134"/>
                <a:gd name="connsiteY28" fmla="*/ 1388255 h 1972545"/>
                <a:gd name="connsiteX29" fmla="*/ 159919 w 2544134"/>
                <a:gd name="connsiteY29" fmla="*/ 1363619 h 1972545"/>
                <a:gd name="connsiteX30" fmla="*/ 522221 w 2544134"/>
                <a:gd name="connsiteY30" fmla="*/ 1001317 h 1972545"/>
                <a:gd name="connsiteX31" fmla="*/ 595237 w 2544134"/>
                <a:gd name="connsiteY31" fmla="*/ 1008678 h 1972545"/>
                <a:gd name="connsiteX32" fmla="*/ 617610 w 2544134"/>
                <a:gd name="connsiteY32" fmla="*/ 1015623 h 1972545"/>
                <a:gd name="connsiteX33" fmla="*/ 630288 w 2544134"/>
                <a:gd name="connsiteY33" fmla="*/ 1000258 h 1972545"/>
                <a:gd name="connsiteX34" fmla="*/ 886474 w 2544134"/>
                <a:gd name="connsiteY34" fmla="*/ 894142 h 1972545"/>
                <a:gd name="connsiteX35" fmla="*/ 896697 w 2544134"/>
                <a:gd name="connsiteY35" fmla="*/ 895173 h 1972545"/>
                <a:gd name="connsiteX36" fmla="*/ 889510 w 2544134"/>
                <a:gd name="connsiteY36" fmla="*/ 872020 h 1972545"/>
                <a:gd name="connsiteX37" fmla="*/ 886474 w 2544134"/>
                <a:gd name="connsiteY37" fmla="*/ 841898 h 1972545"/>
                <a:gd name="connsiteX38" fmla="*/ 1005814 w 2544134"/>
                <a:gd name="connsiteY38" fmla="*/ 695472 h 1972545"/>
                <a:gd name="connsiteX39" fmla="*/ 1011986 w 2544134"/>
                <a:gd name="connsiteY39" fmla="*/ 694850 h 1972545"/>
                <a:gd name="connsiteX40" fmla="*/ 1016112 w 2544134"/>
                <a:gd name="connsiteY40" fmla="*/ 653922 h 1972545"/>
                <a:gd name="connsiteX41" fmla="*/ 1301359 w 2544134"/>
                <a:gd name="connsiteY41" fmla="*/ 421440 h 1972545"/>
                <a:gd name="connsiteX42" fmla="*/ 1342724 w 2544134"/>
                <a:gd name="connsiteY42" fmla="*/ 425610 h 197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35AEBDB-6E77-465B-802B-2411CB9307EC}"/>
                </a:ext>
              </a:extLst>
            </p:cNvPr>
            <p:cNvGrpSpPr/>
            <p:nvPr userDrawn="1"/>
          </p:nvGrpSpPr>
          <p:grpSpPr>
            <a:xfrm>
              <a:off x="1278074" y="2571749"/>
              <a:ext cx="413353" cy="794587"/>
              <a:chOff x="5304862" y="-789923"/>
              <a:chExt cx="645890" cy="124159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E76A47E-F7A7-4DA1-9B8C-D7B1A60D5D71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21" name="이등변 삼각형 49">
                  <a:extLst>
                    <a:ext uri="{FF2B5EF4-FFF2-40B4-BE49-F238E27FC236}">
                      <a16:creationId xmlns:a16="http://schemas.microsoft.com/office/drawing/2014/main" id="{67190486-51A1-4AB6-8B4F-B570F9832336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:a16="http://schemas.microsoft.com/office/drawing/2014/main" id="{56F15390-B3DB-4D76-834D-291CE0D12AD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3BA87288-70D8-4753-8DAA-8CA1C332EF6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D475AD4-CA04-4B61-9BB4-408BA6A11E05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B106404-A3F8-4193-8435-FA430BEB5473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9408417A-6F35-4CB8-93DD-4FB5074FE702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3058858D-8ACE-40F2-B778-D2BFBF4553F3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Frame 11"/>
          <p:cNvSpPr/>
          <p:nvPr userDrawn="1"/>
        </p:nvSpPr>
        <p:spPr>
          <a:xfrm>
            <a:off x="251520" y="339502"/>
            <a:ext cx="8640960" cy="4464496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llo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1902711" y="232356"/>
            <a:ext cx="5620059" cy="4638441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16057" y="2931790"/>
            <a:ext cx="389493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15909" y="3579862"/>
            <a:ext cx="389493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360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3707904" y="1203090"/>
            <a:ext cx="1710999" cy="3600908"/>
            <a:chOff x="3797105" y="1404992"/>
            <a:chExt cx="1548895" cy="3471014"/>
          </a:xfrm>
        </p:grpSpPr>
        <p:sp>
          <p:nvSpPr>
            <p:cNvPr id="9" name="Rectangle 8"/>
            <p:cNvSpPr/>
            <p:nvPr userDrawn="1"/>
          </p:nvSpPr>
          <p:spPr>
            <a:xfrm>
              <a:off x="3797105" y="1909048"/>
              <a:ext cx="1548000" cy="24629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3797105" y="1404992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3798000" y="4371950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87227" y="1312181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059035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0843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243611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515419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33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329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123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987574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0339" y="1404993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19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24943D91-C407-41C1-8574-76661B57139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8065" y="1431235"/>
            <a:ext cx="2568434" cy="2280270"/>
          </a:xfrm>
          <a:custGeom>
            <a:avLst/>
            <a:gdLst>
              <a:gd name="connsiteX0" fmla="*/ 125450 w 2568434"/>
              <a:gd name="connsiteY0" fmla="*/ 111684 h 2280270"/>
              <a:gd name="connsiteX1" fmla="*/ 2442984 w 2568434"/>
              <a:gd name="connsiteY1" fmla="*/ 111684 h 2280270"/>
              <a:gd name="connsiteX2" fmla="*/ 2442984 w 2568434"/>
              <a:gd name="connsiteY2" fmla="*/ 2168586 h 2280270"/>
              <a:gd name="connsiteX3" fmla="*/ 125450 w 2568434"/>
              <a:gd name="connsiteY3" fmla="*/ 2168586 h 2280270"/>
              <a:gd name="connsiteX4" fmla="*/ 96085 w 2568434"/>
              <a:gd name="connsiteY4" fmla="*/ 82319 h 2280270"/>
              <a:gd name="connsiteX5" fmla="*/ 96085 w 2568434"/>
              <a:gd name="connsiteY5" fmla="*/ 2197951 h 2280270"/>
              <a:gd name="connsiteX6" fmla="*/ 2472349 w 2568434"/>
              <a:gd name="connsiteY6" fmla="*/ 2197951 h 2280270"/>
              <a:gd name="connsiteX7" fmla="*/ 2472349 w 2568434"/>
              <a:gd name="connsiteY7" fmla="*/ 82319 h 2280270"/>
              <a:gd name="connsiteX8" fmla="*/ 0 w 2568434"/>
              <a:gd name="connsiteY8" fmla="*/ 0 h 2280270"/>
              <a:gd name="connsiteX9" fmla="*/ 2568434 w 2568434"/>
              <a:gd name="connsiteY9" fmla="*/ 0 h 2280270"/>
              <a:gd name="connsiteX10" fmla="*/ 2568434 w 2568434"/>
              <a:gd name="connsiteY10" fmla="*/ 2280270 h 2280270"/>
              <a:gd name="connsiteX11" fmla="*/ 0 w 2568434"/>
              <a:gd name="connsiteY11" fmla="*/ 2280270 h 228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68434" h="2280270">
                <a:moveTo>
                  <a:pt x="125450" y="111684"/>
                </a:moveTo>
                <a:lnTo>
                  <a:pt x="2442984" y="111684"/>
                </a:lnTo>
                <a:lnTo>
                  <a:pt x="2442984" y="2168586"/>
                </a:lnTo>
                <a:lnTo>
                  <a:pt x="125450" y="2168586"/>
                </a:lnTo>
                <a:close/>
                <a:moveTo>
                  <a:pt x="96085" y="82319"/>
                </a:moveTo>
                <a:lnTo>
                  <a:pt x="96085" y="2197951"/>
                </a:lnTo>
                <a:lnTo>
                  <a:pt x="2472349" y="2197951"/>
                </a:lnTo>
                <a:lnTo>
                  <a:pt x="2472349" y="82319"/>
                </a:lnTo>
                <a:close/>
                <a:moveTo>
                  <a:pt x="0" y="0"/>
                </a:moveTo>
                <a:lnTo>
                  <a:pt x="2568434" y="0"/>
                </a:lnTo>
                <a:lnTo>
                  <a:pt x="2568434" y="2280270"/>
                </a:lnTo>
                <a:lnTo>
                  <a:pt x="0" y="2280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D19E2BEF-0357-4B60-8F97-1B4CBD18E02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04000" y="370350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C69723CC-367A-47C2-9C98-4E37F9539DB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708064" y="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4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886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3959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572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048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C15B180-CBF0-499C-A764-95FA7614AC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4000" y="-1"/>
            <a:ext cx="2160000" cy="5143501"/>
          </a:xfrm>
          <a:custGeom>
            <a:avLst/>
            <a:gdLst>
              <a:gd name="connsiteX0" fmla="*/ 0 w 2160000"/>
              <a:gd name="connsiteY0" fmla="*/ 1425596 h 5143501"/>
              <a:gd name="connsiteX1" fmla="*/ 651889 w 2160000"/>
              <a:gd name="connsiteY1" fmla="*/ 2077485 h 5143501"/>
              <a:gd name="connsiteX2" fmla="*/ 0 w 2160000"/>
              <a:gd name="connsiteY2" fmla="*/ 2729373 h 5143501"/>
              <a:gd name="connsiteX3" fmla="*/ 0 w 2160000"/>
              <a:gd name="connsiteY3" fmla="*/ 0 h 5143501"/>
              <a:gd name="connsiteX4" fmla="*/ 2160000 w 2160000"/>
              <a:gd name="connsiteY4" fmla="*/ 0 h 5143501"/>
              <a:gd name="connsiteX5" fmla="*/ 2160000 w 2160000"/>
              <a:gd name="connsiteY5" fmla="*/ 5143501 h 5143501"/>
              <a:gd name="connsiteX6" fmla="*/ 0 w 2160000"/>
              <a:gd name="connsiteY6" fmla="*/ 5143501 h 5143501"/>
              <a:gd name="connsiteX7" fmla="*/ 0 w 2160000"/>
              <a:gd name="connsiteY7" fmla="*/ 2856759 h 5143501"/>
              <a:gd name="connsiteX8" fmla="*/ 779274 w 2160000"/>
              <a:gd name="connsiteY8" fmla="*/ 2077485 h 5143501"/>
              <a:gd name="connsiteX9" fmla="*/ 0 w 2160000"/>
              <a:gd name="connsiteY9" fmla="*/ 129821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0000" h="5143501">
                <a:moveTo>
                  <a:pt x="0" y="1425596"/>
                </a:moveTo>
                <a:lnTo>
                  <a:pt x="651889" y="2077485"/>
                </a:lnTo>
                <a:lnTo>
                  <a:pt x="0" y="2729373"/>
                </a:lnTo>
                <a:close/>
                <a:moveTo>
                  <a:pt x="0" y="0"/>
                </a:moveTo>
                <a:lnTo>
                  <a:pt x="2160000" y="0"/>
                </a:lnTo>
                <a:lnTo>
                  <a:pt x="2160000" y="5143501"/>
                </a:lnTo>
                <a:lnTo>
                  <a:pt x="0" y="5143501"/>
                </a:lnTo>
                <a:lnTo>
                  <a:pt x="0" y="2856759"/>
                </a:lnTo>
                <a:lnTo>
                  <a:pt x="779274" y="2077485"/>
                </a:lnTo>
                <a:lnTo>
                  <a:pt x="0" y="1298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1FA03D3A-E0EA-4B8F-B538-58CE5D4DB32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34004" y="2131318"/>
            <a:ext cx="2160000" cy="3012182"/>
          </a:xfrm>
          <a:custGeom>
            <a:avLst/>
            <a:gdLst>
              <a:gd name="connsiteX0" fmla="*/ 1563187 w 2160000"/>
              <a:gd name="connsiteY0" fmla="*/ 0 h 3012182"/>
              <a:gd name="connsiteX1" fmla="*/ 2160000 w 2160000"/>
              <a:gd name="connsiteY1" fmla="*/ 0 h 3012182"/>
              <a:gd name="connsiteX2" fmla="*/ 2160000 w 2160000"/>
              <a:gd name="connsiteY2" fmla="*/ 596813 h 3012182"/>
              <a:gd name="connsiteX3" fmla="*/ 0 w 2160000"/>
              <a:gd name="connsiteY3" fmla="*/ 0 h 3012182"/>
              <a:gd name="connsiteX4" fmla="*/ 1435802 w 2160000"/>
              <a:gd name="connsiteY4" fmla="*/ 0 h 3012182"/>
              <a:gd name="connsiteX5" fmla="*/ 2160000 w 2160000"/>
              <a:gd name="connsiteY5" fmla="*/ 724199 h 3012182"/>
              <a:gd name="connsiteX6" fmla="*/ 2160000 w 2160000"/>
              <a:gd name="connsiteY6" fmla="*/ 3012182 h 3012182"/>
              <a:gd name="connsiteX7" fmla="*/ 0 w 2160000"/>
              <a:gd name="connsiteY7" fmla="*/ 3012182 h 301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000" h="3012182">
                <a:moveTo>
                  <a:pt x="1563187" y="0"/>
                </a:moveTo>
                <a:lnTo>
                  <a:pt x="2160000" y="0"/>
                </a:lnTo>
                <a:lnTo>
                  <a:pt x="2160000" y="596813"/>
                </a:lnTo>
                <a:close/>
                <a:moveTo>
                  <a:pt x="0" y="0"/>
                </a:moveTo>
                <a:lnTo>
                  <a:pt x="1435802" y="0"/>
                </a:lnTo>
                <a:lnTo>
                  <a:pt x="2160000" y="724199"/>
                </a:lnTo>
                <a:lnTo>
                  <a:pt x="2160000" y="3012182"/>
                </a:lnTo>
                <a:lnTo>
                  <a:pt x="0" y="30121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2000" y="2131318"/>
            <a:ext cx="1152008" cy="30121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1EBCCB12-3AC7-4A57-8E11-5324E7CB7D0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492000" y="-1"/>
            <a:ext cx="3393830" cy="2043485"/>
          </a:xfrm>
          <a:custGeom>
            <a:avLst/>
            <a:gdLst>
              <a:gd name="connsiteX0" fmla="*/ 3393830 w 3393830"/>
              <a:gd name="connsiteY0" fmla="*/ 1435011 h 2043485"/>
              <a:gd name="connsiteX1" fmla="*/ 3393830 w 3393830"/>
              <a:gd name="connsiteY1" fmla="*/ 2043485 h 2043485"/>
              <a:gd name="connsiteX2" fmla="*/ 2785356 w 3393830"/>
              <a:gd name="connsiteY2" fmla="*/ 2043485 h 2043485"/>
              <a:gd name="connsiteX3" fmla="*/ 0 w 3393830"/>
              <a:gd name="connsiteY3" fmla="*/ 0 h 2043485"/>
              <a:gd name="connsiteX4" fmla="*/ 3393830 w 3393830"/>
              <a:gd name="connsiteY4" fmla="*/ 0 h 2043485"/>
              <a:gd name="connsiteX5" fmla="*/ 3393830 w 3393830"/>
              <a:gd name="connsiteY5" fmla="*/ 1307626 h 2043485"/>
              <a:gd name="connsiteX6" fmla="*/ 2657971 w 3393830"/>
              <a:gd name="connsiteY6" fmla="*/ 2043485 h 2043485"/>
              <a:gd name="connsiteX7" fmla="*/ 0 w 3393830"/>
              <a:gd name="connsiteY7" fmla="*/ 2043485 h 20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3830" h="2043485">
                <a:moveTo>
                  <a:pt x="3393830" y="1435011"/>
                </a:moveTo>
                <a:lnTo>
                  <a:pt x="3393830" y="2043485"/>
                </a:lnTo>
                <a:lnTo>
                  <a:pt x="2785356" y="2043485"/>
                </a:lnTo>
                <a:close/>
                <a:moveTo>
                  <a:pt x="0" y="0"/>
                </a:moveTo>
                <a:lnTo>
                  <a:pt x="3393830" y="0"/>
                </a:lnTo>
                <a:lnTo>
                  <a:pt x="3393830" y="1307626"/>
                </a:lnTo>
                <a:lnTo>
                  <a:pt x="2657971" y="2043485"/>
                </a:lnTo>
                <a:lnTo>
                  <a:pt x="0" y="2043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779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6F099B2E-9C61-4C91-AB24-AB7B70E2D2E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7301328" y="1495130"/>
            <a:ext cx="1840931" cy="3649326"/>
          </a:xfrm>
          <a:custGeom>
            <a:avLst/>
            <a:gdLst>
              <a:gd name="connsiteX0" fmla="*/ 540722 w 1840931"/>
              <a:gd name="connsiteY0" fmla="*/ 1288720 h 3649326"/>
              <a:gd name="connsiteX1" fmla="*/ 1084110 w 1840931"/>
              <a:gd name="connsiteY1" fmla="*/ 1832108 h 3649326"/>
              <a:gd name="connsiteX2" fmla="*/ 548200 w 1840931"/>
              <a:gd name="connsiteY2" fmla="*/ 2368018 h 3649326"/>
              <a:gd name="connsiteX3" fmla="*/ 0 w 1840931"/>
              <a:gd name="connsiteY3" fmla="*/ 1824663 h 3649326"/>
              <a:gd name="connsiteX4" fmla="*/ 1840931 w 1840931"/>
              <a:gd name="connsiteY4" fmla="*/ 0 h 3649326"/>
              <a:gd name="connsiteX5" fmla="*/ 1840931 w 1840931"/>
              <a:gd name="connsiteY5" fmla="*/ 3649326 h 3649326"/>
              <a:gd name="connsiteX6" fmla="*/ 609809 w 1840931"/>
              <a:gd name="connsiteY6" fmla="*/ 2429083 h 3649326"/>
              <a:gd name="connsiteX7" fmla="*/ 1206783 w 1840931"/>
              <a:gd name="connsiteY7" fmla="*/ 1832108 h 3649326"/>
              <a:gd name="connsiteX8" fmla="*/ 602331 w 1840931"/>
              <a:gd name="connsiteY8" fmla="*/ 1227655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931" h="3649326">
                <a:moveTo>
                  <a:pt x="540722" y="1288720"/>
                </a:moveTo>
                <a:lnTo>
                  <a:pt x="1084110" y="1832108"/>
                </a:lnTo>
                <a:lnTo>
                  <a:pt x="548200" y="2368018"/>
                </a:lnTo>
                <a:lnTo>
                  <a:pt x="0" y="1824663"/>
                </a:lnTo>
                <a:close/>
                <a:moveTo>
                  <a:pt x="1840931" y="0"/>
                </a:moveTo>
                <a:lnTo>
                  <a:pt x="1840931" y="3649326"/>
                </a:lnTo>
                <a:lnTo>
                  <a:pt x="609809" y="2429083"/>
                </a:lnTo>
                <a:lnTo>
                  <a:pt x="1206783" y="1832108"/>
                </a:lnTo>
                <a:lnTo>
                  <a:pt x="602331" y="122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02450FB2-6A00-42CF-B869-69B7A802C2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5476381" y="3386021"/>
            <a:ext cx="3530788" cy="1769004"/>
          </a:xfrm>
          <a:custGeom>
            <a:avLst/>
            <a:gdLst>
              <a:gd name="connsiteX0" fmla="*/ 2368610 w 3530788"/>
              <a:gd name="connsiteY0" fmla="*/ 604337 h 1769004"/>
              <a:gd name="connsiteX1" fmla="*/ 3530788 w 3530788"/>
              <a:gd name="connsiteY1" fmla="*/ 1761052 h 1769004"/>
              <a:gd name="connsiteX2" fmla="*/ 0 w 3530788"/>
              <a:gd name="connsiteY2" fmla="*/ 1769004 h 1769004"/>
              <a:gd name="connsiteX3" fmla="*/ 1159186 w 3530788"/>
              <a:gd name="connsiteY3" fmla="*/ 604826 h 1769004"/>
              <a:gd name="connsiteX4" fmla="*/ 1763653 w 3530788"/>
              <a:gd name="connsiteY4" fmla="*/ 1209294 h 1769004"/>
              <a:gd name="connsiteX5" fmla="*/ 1761418 w 3530788"/>
              <a:gd name="connsiteY5" fmla="*/ 0 h 1769004"/>
              <a:gd name="connsiteX6" fmla="*/ 2307129 w 3530788"/>
              <a:gd name="connsiteY6" fmla="*/ 543145 h 1769004"/>
              <a:gd name="connsiteX7" fmla="*/ 1763653 w 3530788"/>
              <a:gd name="connsiteY7" fmla="*/ 1086621 h 1769004"/>
              <a:gd name="connsiteX8" fmla="*/ 1220390 w 3530788"/>
              <a:gd name="connsiteY8" fmla="*/ 543358 h 176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30788" h="1769004">
                <a:moveTo>
                  <a:pt x="2368610" y="604337"/>
                </a:moveTo>
                <a:lnTo>
                  <a:pt x="3530788" y="1761052"/>
                </a:lnTo>
                <a:lnTo>
                  <a:pt x="0" y="1769004"/>
                </a:lnTo>
                <a:lnTo>
                  <a:pt x="1159186" y="604826"/>
                </a:lnTo>
                <a:lnTo>
                  <a:pt x="1763653" y="1209294"/>
                </a:lnTo>
                <a:close/>
                <a:moveTo>
                  <a:pt x="1761418" y="0"/>
                </a:moveTo>
                <a:lnTo>
                  <a:pt x="2307129" y="543145"/>
                </a:lnTo>
                <a:lnTo>
                  <a:pt x="1763653" y="1086621"/>
                </a:lnTo>
                <a:lnTo>
                  <a:pt x="1220390" y="5433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818F7804-9A99-482C-9BFA-8B2E895ADDD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3491431" y="1495130"/>
            <a:ext cx="3681862" cy="3649326"/>
          </a:xfrm>
          <a:custGeom>
            <a:avLst/>
            <a:gdLst>
              <a:gd name="connsiteX0" fmla="*/ 3143876 w 3681862"/>
              <a:gd name="connsiteY0" fmla="*/ 1291431 h 3649326"/>
              <a:gd name="connsiteX1" fmla="*/ 3681862 w 3681862"/>
              <a:gd name="connsiteY1" fmla="*/ 1824663 h 3649326"/>
              <a:gd name="connsiteX2" fmla="*/ 3136398 w 3681862"/>
              <a:gd name="connsiteY2" fmla="*/ 2365307 h 3649326"/>
              <a:gd name="connsiteX3" fmla="*/ 2603199 w 3681862"/>
              <a:gd name="connsiteY3" fmla="*/ 1832108 h 3649326"/>
              <a:gd name="connsiteX4" fmla="*/ 1840931 w 3681862"/>
              <a:gd name="connsiteY4" fmla="*/ 0 h 3649326"/>
              <a:gd name="connsiteX5" fmla="*/ 3082267 w 3681862"/>
              <a:gd name="connsiteY5" fmla="*/ 1230367 h 3649326"/>
              <a:gd name="connsiteX6" fmla="*/ 2480526 w 3681862"/>
              <a:gd name="connsiteY6" fmla="*/ 1832108 h 3649326"/>
              <a:gd name="connsiteX7" fmla="*/ 3074789 w 3681862"/>
              <a:gd name="connsiteY7" fmla="*/ 2426371 h 3649326"/>
              <a:gd name="connsiteX8" fmla="*/ 1840931 w 3681862"/>
              <a:gd name="connsiteY8" fmla="*/ 3649326 h 3649326"/>
              <a:gd name="connsiteX9" fmla="*/ 0 w 3681862"/>
              <a:gd name="connsiteY9" fmla="*/ 1824663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862" h="3649326">
                <a:moveTo>
                  <a:pt x="3143876" y="1291431"/>
                </a:moveTo>
                <a:lnTo>
                  <a:pt x="3681862" y="1824663"/>
                </a:lnTo>
                <a:lnTo>
                  <a:pt x="3136398" y="2365307"/>
                </a:lnTo>
                <a:lnTo>
                  <a:pt x="2603199" y="1832108"/>
                </a:lnTo>
                <a:close/>
                <a:moveTo>
                  <a:pt x="1840931" y="0"/>
                </a:moveTo>
                <a:lnTo>
                  <a:pt x="3082267" y="1230367"/>
                </a:lnTo>
                <a:lnTo>
                  <a:pt x="2480526" y="1832108"/>
                </a:lnTo>
                <a:lnTo>
                  <a:pt x="3074789" y="2426371"/>
                </a:lnTo>
                <a:lnTo>
                  <a:pt x="1840931" y="3649326"/>
                </a:lnTo>
                <a:lnTo>
                  <a:pt x="0" y="18246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9353D25-D7C0-4FC1-88CF-A55DAFC5690D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5396868" y="-11318"/>
            <a:ext cx="3681862" cy="3267664"/>
          </a:xfrm>
          <a:custGeom>
            <a:avLst/>
            <a:gdLst>
              <a:gd name="connsiteX0" fmla="*/ 1843166 w 3681862"/>
              <a:gd name="connsiteY0" fmla="*/ 2193152 h 3267664"/>
              <a:gd name="connsiteX1" fmla="*/ 2381694 w 3681862"/>
              <a:gd name="connsiteY1" fmla="*/ 2731680 h 3267664"/>
              <a:gd name="connsiteX2" fmla="*/ 1840931 w 3681862"/>
              <a:gd name="connsiteY2" fmla="*/ 3267664 h 3267664"/>
              <a:gd name="connsiteX3" fmla="*/ 1302413 w 3681862"/>
              <a:gd name="connsiteY3" fmla="*/ 2733905 h 3267664"/>
              <a:gd name="connsiteX4" fmla="*/ 1467221 w 3681862"/>
              <a:gd name="connsiteY4" fmla="*/ 0 h 3267664"/>
              <a:gd name="connsiteX5" fmla="*/ 2284092 w 3681862"/>
              <a:gd name="connsiteY5" fmla="*/ 19269 h 3267664"/>
              <a:gd name="connsiteX6" fmla="*/ 3681862 w 3681862"/>
              <a:gd name="connsiteY6" fmla="*/ 1443001 h 3267664"/>
              <a:gd name="connsiteX7" fmla="*/ 2443303 w 3681862"/>
              <a:gd name="connsiteY7" fmla="*/ 2670616 h 3267664"/>
              <a:gd name="connsiteX8" fmla="*/ 1843166 w 3681862"/>
              <a:gd name="connsiteY8" fmla="*/ 2070479 h 3267664"/>
              <a:gd name="connsiteX9" fmla="*/ 1240805 w 3681862"/>
              <a:gd name="connsiteY9" fmla="*/ 2672841 h 3267664"/>
              <a:gd name="connsiteX10" fmla="*/ 0 w 3681862"/>
              <a:gd name="connsiteY10" fmla="*/ 1443001 h 326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1862" h="3267664">
                <a:moveTo>
                  <a:pt x="1843166" y="2193152"/>
                </a:moveTo>
                <a:lnTo>
                  <a:pt x="2381694" y="2731680"/>
                </a:lnTo>
                <a:lnTo>
                  <a:pt x="1840931" y="3267664"/>
                </a:lnTo>
                <a:lnTo>
                  <a:pt x="1302413" y="2733905"/>
                </a:lnTo>
                <a:close/>
                <a:moveTo>
                  <a:pt x="1467221" y="0"/>
                </a:moveTo>
                <a:cubicBezTo>
                  <a:pt x="1832276" y="3773"/>
                  <a:pt x="1919036" y="-406"/>
                  <a:pt x="2284092" y="19269"/>
                </a:cubicBezTo>
                <a:lnTo>
                  <a:pt x="3681862" y="1443001"/>
                </a:lnTo>
                <a:lnTo>
                  <a:pt x="2443303" y="2670616"/>
                </a:lnTo>
                <a:lnTo>
                  <a:pt x="1843166" y="2070479"/>
                </a:lnTo>
                <a:lnTo>
                  <a:pt x="1240805" y="2672841"/>
                </a:lnTo>
                <a:lnTo>
                  <a:pt x="0" y="1443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71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5536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5536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911680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1911680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5736054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5736055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7252198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7252198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427823" y="1275605"/>
            <a:ext cx="2232248" cy="35283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6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264676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6628553-F51C-4CE7-A3A6-AB374655DC97}"/>
              </a:ext>
            </a:extLst>
          </p:cNvPr>
          <p:cNvGrpSpPr/>
          <p:nvPr userDrawn="1"/>
        </p:nvGrpSpPr>
        <p:grpSpPr>
          <a:xfrm>
            <a:off x="786525" y="1114965"/>
            <a:ext cx="2320819" cy="2728174"/>
            <a:chOff x="5364088" y="1450891"/>
            <a:chExt cx="2320819" cy="2728174"/>
          </a:xfrm>
        </p:grpSpPr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B5880087-04C4-411C-AEAA-74B23548761F}"/>
                </a:ext>
              </a:extLst>
            </p:cNvPr>
            <p:cNvSpPr/>
            <p:nvPr userDrawn="1"/>
          </p:nvSpPr>
          <p:spPr>
            <a:xfrm>
              <a:off x="5399290" y="2150906"/>
              <a:ext cx="2261257" cy="2028159"/>
            </a:xfrm>
            <a:custGeom>
              <a:avLst/>
              <a:gdLst>
                <a:gd name="connsiteX0" fmla="*/ 1012851 w 2261257"/>
                <a:gd name="connsiteY0" fmla="*/ 0 h 2028159"/>
                <a:gd name="connsiteX1" fmla="*/ 1226850 w 2261257"/>
                <a:gd name="connsiteY1" fmla="*/ 0 h 2028159"/>
                <a:gd name="connsiteX2" fmla="*/ 1283043 w 2261257"/>
                <a:gd name="connsiteY2" fmla="*/ 449131 h 2028159"/>
                <a:gd name="connsiteX3" fmla="*/ 1318239 w 2261257"/>
                <a:gd name="connsiteY3" fmla="*/ 455866 h 2028159"/>
                <a:gd name="connsiteX4" fmla="*/ 1530113 w 2261257"/>
                <a:gd name="connsiteY4" fmla="*/ 605602 h 2028159"/>
                <a:gd name="connsiteX5" fmla="*/ 1548314 w 2261257"/>
                <a:gd name="connsiteY5" fmla="*/ 639136 h 2028159"/>
                <a:gd name="connsiteX6" fmla="*/ 1577154 w 2261257"/>
                <a:gd name="connsiteY6" fmla="*/ 636229 h 2028159"/>
                <a:gd name="connsiteX7" fmla="*/ 1914152 w 2261257"/>
                <a:gd name="connsiteY7" fmla="*/ 859606 h 2028159"/>
                <a:gd name="connsiteX8" fmla="*/ 1919810 w 2261257"/>
                <a:gd name="connsiteY8" fmla="*/ 877832 h 2028159"/>
                <a:gd name="connsiteX9" fmla="*/ 1932155 w 2261257"/>
                <a:gd name="connsiteY9" fmla="*/ 874000 h 2028159"/>
                <a:gd name="connsiteX10" fmla="*/ 1981836 w 2261257"/>
                <a:gd name="connsiteY10" fmla="*/ 868991 h 2028159"/>
                <a:gd name="connsiteX11" fmla="*/ 2223343 w 2261257"/>
                <a:gd name="connsiteY11" fmla="*/ 1065825 h 2028159"/>
                <a:gd name="connsiteX12" fmla="*/ 2225319 w 2261257"/>
                <a:gd name="connsiteY12" fmla="*/ 1085429 h 2028159"/>
                <a:gd name="connsiteX13" fmla="*/ 2261257 w 2261257"/>
                <a:gd name="connsiteY13" fmla="*/ 1089052 h 2028159"/>
                <a:gd name="connsiteX14" fmla="*/ 2259340 w 2261257"/>
                <a:gd name="connsiteY14" fmla="*/ 1101612 h 2028159"/>
                <a:gd name="connsiteX15" fmla="*/ 1122505 w 2261257"/>
                <a:gd name="connsiteY15" fmla="*/ 2028159 h 2028159"/>
                <a:gd name="connsiteX16" fmla="*/ 14265 w 2261257"/>
                <a:gd name="connsiteY16" fmla="*/ 1212820 h 2028159"/>
                <a:gd name="connsiteX17" fmla="*/ 0 w 2261257"/>
                <a:gd name="connsiteY17" fmla="*/ 1157341 h 2028159"/>
                <a:gd name="connsiteX18" fmla="*/ 3235 w 2261257"/>
                <a:gd name="connsiteY18" fmla="*/ 1157015 h 2028159"/>
                <a:gd name="connsiteX19" fmla="*/ 87605 w 2261257"/>
                <a:gd name="connsiteY19" fmla="*/ 1165520 h 2028159"/>
                <a:gd name="connsiteX20" fmla="*/ 113456 w 2261257"/>
                <a:gd name="connsiteY20" fmla="*/ 1173545 h 2028159"/>
                <a:gd name="connsiteX21" fmla="*/ 128106 w 2261257"/>
                <a:gd name="connsiteY21" fmla="*/ 1155791 h 2028159"/>
                <a:gd name="connsiteX22" fmla="*/ 424127 w 2261257"/>
                <a:gd name="connsiteY22" fmla="*/ 1033175 h 2028159"/>
                <a:gd name="connsiteX23" fmla="*/ 435940 w 2261257"/>
                <a:gd name="connsiteY23" fmla="*/ 1034366 h 2028159"/>
                <a:gd name="connsiteX24" fmla="*/ 427636 w 2261257"/>
                <a:gd name="connsiteY24" fmla="*/ 1007613 h 2028159"/>
                <a:gd name="connsiteX25" fmla="*/ 424127 w 2261257"/>
                <a:gd name="connsiteY25" fmla="*/ 972807 h 2028159"/>
                <a:gd name="connsiteX26" fmla="*/ 562024 w 2261257"/>
                <a:gd name="connsiteY26" fmla="*/ 803613 h 2028159"/>
                <a:gd name="connsiteX27" fmla="*/ 569156 w 2261257"/>
                <a:gd name="connsiteY27" fmla="*/ 802894 h 2028159"/>
                <a:gd name="connsiteX28" fmla="*/ 573923 w 2261257"/>
                <a:gd name="connsiteY28" fmla="*/ 755602 h 2028159"/>
                <a:gd name="connsiteX29" fmla="*/ 903523 w 2261257"/>
                <a:gd name="connsiteY29" fmla="*/ 486970 h 2028159"/>
                <a:gd name="connsiteX30" fmla="*/ 951321 w 2261257"/>
                <a:gd name="connsiteY30" fmla="*/ 491789 h 2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EF498E6-9850-42A0-8643-E6250BB46DE0}"/>
                </a:ext>
              </a:extLst>
            </p:cNvPr>
            <p:cNvSpPr/>
            <p:nvPr userDrawn="1"/>
          </p:nvSpPr>
          <p:spPr>
            <a:xfrm>
              <a:off x="5364088" y="1858246"/>
              <a:ext cx="2320819" cy="2320819"/>
            </a:xfrm>
            <a:prstGeom prst="ellipse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F789A84-B899-484F-ADA6-1B784064DB8A}"/>
                </a:ext>
              </a:extLst>
            </p:cNvPr>
            <p:cNvGrpSpPr/>
            <p:nvPr userDrawn="1"/>
          </p:nvGrpSpPr>
          <p:grpSpPr>
            <a:xfrm>
              <a:off x="6280305" y="1450891"/>
              <a:ext cx="477626" cy="918140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6DDA03B1-B885-4EB8-9AC5-617A33E28AA0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50824863-8B90-4264-9AEB-19AE04C9A70D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3B003EFC-13D2-4BB4-8625-D6DD1D26689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639551A5-A416-4935-A4CA-A8FCF74BAE6A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A0F64586-2454-49D0-905D-B01E2B155554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0010C14-1AD7-40EC-9EFB-091EB548BC40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54B0A336-7C2F-4F98-ABF5-299D91E12C1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2528A48D-D724-4DF8-B31C-D26E111E596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Rectangle 1"/>
          <p:cNvSpPr/>
          <p:nvPr userDrawn="1"/>
        </p:nvSpPr>
        <p:spPr>
          <a:xfrm>
            <a:off x="3851920" y="1895103"/>
            <a:ext cx="5292080" cy="136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25084" y="2154560"/>
            <a:ext cx="501891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25084" y="2730624"/>
            <a:ext cx="5018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65" r:id="rId14"/>
    <p:sldLayoutId id="2147483672" r:id="rId15"/>
    <p:sldLayoutId id="2147483656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ebp"/><Relationship Id="rId5" Type="http://schemas.openxmlformats.org/officeDocument/2006/relationships/image" Target="../media/image8.webp"/><Relationship Id="rId4" Type="http://schemas.openxmlformats.org/officeDocument/2006/relationships/image" Target="../media/image7.web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ebp"/><Relationship Id="rId3" Type="http://schemas.openxmlformats.org/officeDocument/2006/relationships/image" Target="../media/image6.png"/><Relationship Id="rId7" Type="http://schemas.openxmlformats.org/officeDocument/2006/relationships/image" Target="../media/image8.webp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webp"/><Relationship Id="rId5" Type="http://schemas.openxmlformats.org/officeDocument/2006/relationships/image" Target="../media/image14.jpeg"/><Relationship Id="rId10" Type="http://schemas.openxmlformats.org/officeDocument/2006/relationships/image" Target="../media/image4.png"/><Relationship Id="rId4" Type="http://schemas.openxmlformats.org/officeDocument/2006/relationships/image" Target="../media/image13.jpeg"/><Relationship Id="rId9" Type="http://schemas.openxmlformats.org/officeDocument/2006/relationships/image" Target="../media/image9.web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chart" Target="../charts/char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8.webp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jp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18.jpe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OF YOUR PRESENTATION HERE</a:t>
            </a:r>
            <a:endParaRPr lang="en-US" altLang="ko-K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179511" y="2143048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294" y="1561169"/>
            <a:ext cx="189467" cy="104015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cs typeface="Arial" pitchFamily="34" charset="0"/>
              </a:rPr>
              <a:t>Agenda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0504" y="138369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63981" y="1447862"/>
            <a:ext cx="5040560" cy="559668"/>
            <a:chOff x="2175371" y="1762964"/>
            <a:chExt cx="5040560" cy="559668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Get a modern PowerPoint  Presentation that is beautifully designed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Chevron 11"/>
          <p:cNvSpPr/>
          <p:nvPr/>
        </p:nvSpPr>
        <p:spPr>
          <a:xfrm rot="16200000">
            <a:off x="2096802" y="125013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39223" y="134144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950152" y="421885"/>
            <a:ext cx="726841" cy="1121399"/>
          </a:xfrm>
          <a:custGeom>
            <a:avLst/>
            <a:gdLst/>
            <a:ahLst/>
            <a:cxnLst/>
            <a:rect l="l" t="t" r="r" b="b"/>
            <a:pathLst>
              <a:path w="726841" h="1121399">
                <a:moveTo>
                  <a:pt x="236325" y="1049494"/>
                </a:moveTo>
                <a:lnTo>
                  <a:pt x="495287" y="1049494"/>
                </a:lnTo>
                <a:cubicBezTo>
                  <a:pt x="491080" y="1064561"/>
                  <a:pt x="487966" y="1079199"/>
                  <a:pt x="485273" y="1093187"/>
                </a:cubicBezTo>
                <a:lnTo>
                  <a:pt x="245258" y="1092728"/>
                </a:lnTo>
                <a:close/>
                <a:moveTo>
                  <a:pt x="363421" y="203844"/>
                </a:moveTo>
                <a:cubicBezTo>
                  <a:pt x="401307" y="203844"/>
                  <a:pt x="432020" y="234557"/>
                  <a:pt x="432020" y="272443"/>
                </a:cubicBezTo>
                <a:cubicBezTo>
                  <a:pt x="432020" y="310329"/>
                  <a:pt x="401307" y="341042"/>
                  <a:pt x="363421" y="341042"/>
                </a:cubicBezTo>
                <a:cubicBezTo>
                  <a:pt x="325534" y="341042"/>
                  <a:pt x="294821" y="310329"/>
                  <a:pt x="294821" y="272443"/>
                </a:cubicBezTo>
                <a:cubicBezTo>
                  <a:pt x="294821" y="234557"/>
                  <a:pt x="325534" y="203844"/>
                  <a:pt x="363421" y="203844"/>
                </a:cubicBezTo>
                <a:close/>
                <a:moveTo>
                  <a:pt x="363421" y="135244"/>
                </a:moveTo>
                <a:cubicBezTo>
                  <a:pt x="287648" y="135244"/>
                  <a:pt x="226222" y="196671"/>
                  <a:pt x="226222" y="272443"/>
                </a:cubicBezTo>
                <a:cubicBezTo>
                  <a:pt x="226222" y="348216"/>
                  <a:pt x="287648" y="409642"/>
                  <a:pt x="363421" y="409642"/>
                </a:cubicBezTo>
                <a:cubicBezTo>
                  <a:pt x="439193" y="409642"/>
                  <a:pt x="500619" y="348216"/>
                  <a:pt x="500619" y="272443"/>
                </a:cubicBezTo>
                <a:cubicBezTo>
                  <a:pt x="500619" y="196671"/>
                  <a:pt x="439193" y="135244"/>
                  <a:pt x="363421" y="135244"/>
                </a:cubicBezTo>
                <a:close/>
                <a:moveTo>
                  <a:pt x="196200" y="0"/>
                </a:moveTo>
                <a:cubicBezTo>
                  <a:pt x="300307" y="58658"/>
                  <a:pt x="427219" y="59450"/>
                  <a:pt x="531959" y="2129"/>
                </a:cubicBezTo>
                <a:cubicBezTo>
                  <a:pt x="645195" y="251105"/>
                  <a:pt x="615578" y="521951"/>
                  <a:pt x="565642" y="749813"/>
                </a:cubicBezTo>
                <a:lnTo>
                  <a:pt x="726841" y="904479"/>
                </a:lnTo>
                <a:lnTo>
                  <a:pt x="700460" y="1113326"/>
                </a:lnTo>
                <a:lnTo>
                  <a:pt x="510728" y="982128"/>
                </a:lnTo>
                <a:lnTo>
                  <a:pt x="503274" y="1014651"/>
                </a:lnTo>
                <a:lnTo>
                  <a:pt x="228241" y="1014651"/>
                </a:lnTo>
                <a:cubicBezTo>
                  <a:pt x="226194" y="1005458"/>
                  <a:pt x="223902" y="996068"/>
                  <a:pt x="221524" y="986461"/>
                </a:cubicBezTo>
                <a:lnTo>
                  <a:pt x="26381" y="1121399"/>
                </a:lnTo>
                <a:lnTo>
                  <a:pt x="0" y="912552"/>
                </a:lnTo>
                <a:lnTo>
                  <a:pt x="162681" y="756465"/>
                </a:lnTo>
                <a:lnTo>
                  <a:pt x="163137" y="757906"/>
                </a:lnTo>
                <a:lnTo>
                  <a:pt x="165881" y="748957"/>
                </a:lnTo>
                <a:cubicBezTo>
                  <a:pt x="117348" y="521774"/>
                  <a:pt x="87568" y="246912"/>
                  <a:pt x="1962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9"/>
          <p:cNvSpPr/>
          <p:nvPr/>
        </p:nvSpPr>
        <p:spPr>
          <a:xfrm>
            <a:off x="1207294" y="2703006"/>
            <a:ext cx="189467" cy="2440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1164435" y="190079"/>
            <a:ext cx="298274" cy="244742"/>
          </a:xfrm>
          <a:custGeom>
            <a:avLst/>
            <a:gdLst/>
            <a:ahLst/>
            <a:cxnLst/>
            <a:rect l="l" t="t" r="r" b="b"/>
            <a:pathLst>
              <a:path w="298274" h="244742">
                <a:moveTo>
                  <a:pt x="147328" y="0"/>
                </a:moveTo>
                <a:cubicBezTo>
                  <a:pt x="212319" y="65590"/>
                  <a:pt x="261867" y="134854"/>
                  <a:pt x="298274" y="206570"/>
                </a:cubicBezTo>
                <a:cubicBezTo>
                  <a:pt x="205418" y="258299"/>
                  <a:pt x="92251" y="257374"/>
                  <a:pt x="0" y="204273"/>
                </a:cubicBezTo>
                <a:cubicBezTo>
                  <a:pt x="35363" y="132633"/>
                  <a:pt x="83678" y="64016"/>
                  <a:pt x="147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8"/>
          <p:cNvSpPr/>
          <p:nvPr/>
        </p:nvSpPr>
        <p:spPr>
          <a:xfrm>
            <a:off x="3060504" y="224940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263981" y="2313572"/>
            <a:ext cx="5040560" cy="559668"/>
            <a:chOff x="2175371" y="1762964"/>
            <a:chExt cx="5040560" cy="559668"/>
          </a:xfrm>
        </p:grpSpPr>
        <p:sp>
          <p:nvSpPr>
            <p:cNvPr id="33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</a:p>
          </p:txBody>
        </p:sp>
        <p:sp>
          <p:nvSpPr>
            <p:cNvPr id="34" name="TextBox 33"/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Get a modern PowerPoint  Presentation that is beautifully designed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1" name="Chevron 30"/>
          <p:cNvSpPr/>
          <p:nvPr/>
        </p:nvSpPr>
        <p:spPr>
          <a:xfrm rot="16200000">
            <a:off x="2096802" y="211584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39223" y="220715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60504" y="311511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3981" y="3179282"/>
            <a:ext cx="5040560" cy="559668"/>
            <a:chOff x="2175371" y="1762964"/>
            <a:chExt cx="5040560" cy="559668"/>
          </a:xfrm>
        </p:grpSpPr>
        <p:sp>
          <p:nvSpPr>
            <p:cNvPr id="40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Get a modern PowerPoint  Presentation that is beautifully designed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8" name="Chevron 37"/>
          <p:cNvSpPr/>
          <p:nvPr/>
        </p:nvSpPr>
        <p:spPr>
          <a:xfrm rot="16200000">
            <a:off x="2096802" y="298155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39223" y="307286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60504" y="398082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3263981" y="4044992"/>
            <a:ext cx="5040560" cy="559668"/>
            <a:chOff x="2175371" y="1762964"/>
            <a:chExt cx="5040560" cy="559668"/>
          </a:xfrm>
        </p:grpSpPr>
        <p:sp>
          <p:nvSpPr>
            <p:cNvPr id="47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</a:p>
          </p:txBody>
        </p:sp>
        <p:sp>
          <p:nvSpPr>
            <p:cNvPr id="48" name="TextBox 47"/>
            <p:cNvSpPr txBox="1"/>
            <p:nvPr/>
          </p:nvSpPr>
          <p:spPr bwMode="auto">
            <a:xfrm>
              <a:off x="2175371" y="2032239"/>
              <a:ext cx="5040560" cy="290393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Get a modern PowerPoint  Presentation that is beautifully designed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5" name="Chevron 44"/>
          <p:cNvSpPr/>
          <p:nvPr/>
        </p:nvSpPr>
        <p:spPr>
          <a:xfrm rot="16200000">
            <a:off x="2096802" y="384726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239223" y="393857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/>
      <p:bldP spid="29" grpId="0" animBg="1"/>
      <p:bldP spid="31" grpId="0" animBg="1"/>
      <p:bldP spid="32" grpId="0"/>
      <p:bldP spid="36" grpId="0" animBg="1"/>
      <p:bldP spid="38" grpId="0" animBg="1"/>
      <p:bldP spid="39" grpId="0"/>
      <p:bldP spid="43" grpId="0" animBg="1"/>
      <p:bldP spid="45" grpId="0" animBg="1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813480" y="2668266"/>
            <a:ext cx="3894936" cy="576063"/>
          </a:xfrm>
        </p:spPr>
        <p:txBody>
          <a:bodyPr/>
          <a:lstStyle/>
          <a:p>
            <a:r>
              <a:rPr lang="en-US" altLang="ko-KR" dirty="0"/>
              <a:t>Welcome!!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813480" y="3316338"/>
            <a:ext cx="3894936" cy="288032"/>
          </a:xfrm>
        </p:spPr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4764" y="3651870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PowerPoint Template has clean and neutral design that can be adapted to any content and meets various market segments.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497601" y="2344692"/>
            <a:ext cx="6133512" cy="3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Our Services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Block Arc 14"/>
          <p:cNvSpPr/>
          <p:nvPr/>
        </p:nvSpPr>
        <p:spPr>
          <a:xfrm rot="16200000">
            <a:off x="7461077" y="1586376"/>
            <a:ext cx="340071" cy="340295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rapezoid 22"/>
          <p:cNvSpPr/>
          <p:nvPr/>
        </p:nvSpPr>
        <p:spPr>
          <a:xfrm>
            <a:off x="3319763" y="1643413"/>
            <a:ext cx="444684" cy="226220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Freeform 6"/>
          <p:cNvSpPr/>
          <p:nvPr/>
        </p:nvSpPr>
        <p:spPr>
          <a:xfrm>
            <a:off x="5398485" y="1563638"/>
            <a:ext cx="376248" cy="385770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ounded Rectangle 25"/>
          <p:cNvSpPr/>
          <p:nvPr/>
        </p:nvSpPr>
        <p:spPr>
          <a:xfrm>
            <a:off x="1322589" y="1628267"/>
            <a:ext cx="350024" cy="25651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Oval 3"/>
          <p:cNvSpPr/>
          <p:nvPr/>
        </p:nvSpPr>
        <p:spPr>
          <a:xfrm>
            <a:off x="1353585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398089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42593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487097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36175" y="2643758"/>
            <a:ext cx="1322851" cy="858180"/>
            <a:chOff x="2113657" y="4283314"/>
            <a:chExt cx="3647460" cy="858180"/>
          </a:xfrm>
        </p:grpSpPr>
        <p:sp>
          <p:nvSpPr>
            <p:cNvPr id="15" name="TextBox 14"/>
            <p:cNvSpPr txBox="1"/>
            <p:nvPr/>
          </p:nvSpPr>
          <p:spPr>
            <a:xfrm>
              <a:off x="2113657" y="4495163"/>
              <a:ext cx="3647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880679" y="2643758"/>
            <a:ext cx="1322851" cy="858180"/>
            <a:chOff x="2113657" y="4283314"/>
            <a:chExt cx="3647460" cy="858180"/>
          </a:xfrm>
        </p:grpSpPr>
        <p:sp>
          <p:nvSpPr>
            <p:cNvPr id="18" name="TextBox 17"/>
            <p:cNvSpPr txBox="1"/>
            <p:nvPr/>
          </p:nvSpPr>
          <p:spPr>
            <a:xfrm>
              <a:off x="2113657" y="4495163"/>
              <a:ext cx="3647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925183" y="2643758"/>
            <a:ext cx="1322851" cy="858180"/>
            <a:chOff x="2113657" y="4283314"/>
            <a:chExt cx="3647460" cy="858180"/>
          </a:xfrm>
        </p:grpSpPr>
        <p:sp>
          <p:nvSpPr>
            <p:cNvPr id="21" name="TextBox 20"/>
            <p:cNvSpPr txBox="1"/>
            <p:nvPr/>
          </p:nvSpPr>
          <p:spPr>
            <a:xfrm>
              <a:off x="2113657" y="4495163"/>
              <a:ext cx="3647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969687" y="2643758"/>
            <a:ext cx="1322851" cy="858180"/>
            <a:chOff x="2113657" y="4283314"/>
            <a:chExt cx="3647460" cy="858180"/>
          </a:xfrm>
        </p:grpSpPr>
        <p:sp>
          <p:nvSpPr>
            <p:cNvPr id="24" name="TextBox 23"/>
            <p:cNvSpPr txBox="1"/>
            <p:nvPr/>
          </p:nvSpPr>
          <p:spPr>
            <a:xfrm>
              <a:off x="2113657" y="4495163"/>
              <a:ext cx="3647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32867" y="3651870"/>
            <a:ext cx="6478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Easy to change colors, photos and Text. Get a modern PowerPoint  Presentation that is beautifully designed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1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Our Team Layout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51520" y="3252175"/>
            <a:ext cx="1656184" cy="511791"/>
            <a:chOff x="3779911" y="3327771"/>
            <a:chExt cx="1584178" cy="511791"/>
          </a:xfrm>
          <a:noFill/>
        </p:grpSpPr>
        <p:sp>
          <p:nvSpPr>
            <p:cNvPr id="17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18" name="Text Placeholder 18"/>
            <p:cNvSpPr txBox="1">
              <a:spLocks/>
            </p:cNvSpPr>
            <p:nvPr/>
          </p:nvSpPr>
          <p:spPr>
            <a:xfrm>
              <a:off x="3779912" y="3589982"/>
              <a:ext cx="1584177" cy="249580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Programmer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981700" y="3252175"/>
            <a:ext cx="1656184" cy="511791"/>
            <a:chOff x="3779911" y="3327771"/>
            <a:chExt cx="1584178" cy="511791"/>
          </a:xfrm>
          <a:noFill/>
        </p:grpSpPr>
        <p:sp>
          <p:nvSpPr>
            <p:cNvPr id="20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21" name="Text Placeholder 18"/>
            <p:cNvSpPr txBox="1">
              <a:spLocks/>
            </p:cNvSpPr>
            <p:nvPr/>
          </p:nvSpPr>
          <p:spPr>
            <a:xfrm>
              <a:off x="3779912" y="3589982"/>
              <a:ext cx="1584177" cy="249580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Programmer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711879" y="3252175"/>
            <a:ext cx="1656184" cy="511791"/>
            <a:chOff x="3779911" y="3327771"/>
            <a:chExt cx="1584178" cy="511791"/>
          </a:xfrm>
          <a:noFill/>
        </p:grpSpPr>
        <p:sp>
          <p:nvSpPr>
            <p:cNvPr id="23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24" name="Text Placeholder 18"/>
            <p:cNvSpPr txBox="1">
              <a:spLocks/>
            </p:cNvSpPr>
            <p:nvPr/>
          </p:nvSpPr>
          <p:spPr>
            <a:xfrm>
              <a:off x="3779912" y="3589982"/>
              <a:ext cx="1584177" cy="249580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cs typeface="Arial" pitchFamily="34" charset="0"/>
                </a:rPr>
                <a:t>Programmer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442058" y="3252175"/>
            <a:ext cx="1656184" cy="511791"/>
            <a:chOff x="3779911" y="3327771"/>
            <a:chExt cx="1584178" cy="511791"/>
          </a:xfrm>
          <a:noFill/>
        </p:grpSpPr>
        <p:sp>
          <p:nvSpPr>
            <p:cNvPr id="26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27" name="Text Placeholder 18"/>
            <p:cNvSpPr txBox="1">
              <a:spLocks/>
            </p:cNvSpPr>
            <p:nvPr/>
          </p:nvSpPr>
          <p:spPr>
            <a:xfrm>
              <a:off x="3779912" y="3589982"/>
              <a:ext cx="1584177" cy="249580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Programmer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172238" y="3252175"/>
            <a:ext cx="1656184" cy="511791"/>
            <a:chOff x="3779911" y="3327771"/>
            <a:chExt cx="1584178" cy="511791"/>
          </a:xfrm>
          <a:noFill/>
        </p:grpSpPr>
        <p:sp>
          <p:nvSpPr>
            <p:cNvPr id="29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246087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30" name="Text Placeholder 18"/>
            <p:cNvSpPr txBox="1">
              <a:spLocks/>
            </p:cNvSpPr>
            <p:nvPr/>
          </p:nvSpPr>
          <p:spPr>
            <a:xfrm>
              <a:off x="3779912" y="3589982"/>
              <a:ext cx="1584177" cy="249580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Programmer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858154" y="3787508"/>
            <a:ext cx="136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Easy to change colors, photos and Text.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1" r="25731"/>
          <a:stretch>
            <a:fillRect/>
          </a:stretch>
        </p:blipFill>
        <p:spPr/>
      </p:pic>
      <p:pic>
        <p:nvPicPr>
          <p:cNvPr id="8" name="Picture Placeholder 7"/>
          <p:cNvPicPr>
            <a:picLocks noGrp="1" noChangeAspect="1"/>
          </p:cNvPicPr>
          <p:nvPr>
            <p:ph type="pic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r="23347"/>
          <a:stretch>
            <a:fillRect/>
          </a:stretch>
        </p:blipFill>
        <p:spPr/>
      </p:pic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7" r="25887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idx="1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5" r="28505"/>
          <a:stretch>
            <a:fillRect/>
          </a:stretch>
        </p:blipFill>
        <p:spPr/>
      </p:pic>
      <p:pic>
        <p:nvPicPr>
          <p:cNvPr id="12" name="Picture Placeholder 11"/>
          <p:cNvPicPr>
            <a:picLocks noGrp="1" noChangeAspect="1"/>
          </p:cNvPicPr>
          <p:nvPr>
            <p:ph type="pic" idx="1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8" r="17758"/>
          <a:stretch>
            <a:fillRect/>
          </a:stretch>
        </p:blipFill>
        <p:spPr/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1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Timeline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50977" y="2584607"/>
            <a:ext cx="864096" cy="585152"/>
            <a:chOff x="698280" y="1347614"/>
            <a:chExt cx="1221638" cy="864096"/>
          </a:xfrm>
        </p:grpSpPr>
        <p:sp>
          <p:nvSpPr>
            <p:cNvPr id="5" name="Chevron 4"/>
            <p:cNvSpPr/>
            <p:nvPr/>
          </p:nvSpPr>
          <p:spPr>
            <a:xfrm>
              <a:off x="755576" y="1347614"/>
              <a:ext cx="1107046" cy="792088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698280" y="1809374"/>
              <a:ext cx="1221638" cy="402336"/>
            </a:xfrm>
            <a:custGeom>
              <a:avLst/>
              <a:gdLst>
                <a:gd name="connsiteX0" fmla="*/ 1221638 w 1221638"/>
                <a:gd name="connsiteY0" fmla="*/ 0 h 402336"/>
                <a:gd name="connsiteX1" fmla="*/ 943660 w 1221638"/>
                <a:gd name="connsiteY1" fmla="*/ 402336 h 402336"/>
                <a:gd name="connsiteX2" fmla="*/ 0 w 1221638"/>
                <a:gd name="connsiteY2" fmla="*/ 387705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 flipV="1">
            <a:off x="2646990" y="2584607"/>
            <a:ext cx="864096" cy="585152"/>
            <a:chOff x="698280" y="1347614"/>
            <a:chExt cx="1221638" cy="864096"/>
          </a:xfrm>
        </p:grpSpPr>
        <p:sp>
          <p:nvSpPr>
            <p:cNvPr id="10" name="Chevron 9"/>
            <p:cNvSpPr/>
            <p:nvPr/>
          </p:nvSpPr>
          <p:spPr>
            <a:xfrm>
              <a:off x="755576" y="1347614"/>
              <a:ext cx="1107046" cy="792088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698280" y="1809374"/>
              <a:ext cx="1221638" cy="402336"/>
            </a:xfrm>
            <a:custGeom>
              <a:avLst/>
              <a:gdLst>
                <a:gd name="connsiteX0" fmla="*/ 1221638 w 1221638"/>
                <a:gd name="connsiteY0" fmla="*/ 0 h 402336"/>
                <a:gd name="connsiteX1" fmla="*/ 943660 w 1221638"/>
                <a:gd name="connsiteY1" fmla="*/ 402336 h 402336"/>
                <a:gd name="connsiteX2" fmla="*/ 0 w 1221638"/>
                <a:gd name="connsiteY2" fmla="*/ 387705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143003" y="2584607"/>
            <a:ext cx="864096" cy="585152"/>
            <a:chOff x="698280" y="1347614"/>
            <a:chExt cx="1221638" cy="864096"/>
          </a:xfrm>
        </p:grpSpPr>
        <p:sp>
          <p:nvSpPr>
            <p:cNvPr id="13" name="Chevron 12"/>
            <p:cNvSpPr/>
            <p:nvPr/>
          </p:nvSpPr>
          <p:spPr>
            <a:xfrm>
              <a:off x="755576" y="1347614"/>
              <a:ext cx="1107046" cy="792088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98280" y="1809374"/>
              <a:ext cx="1221638" cy="402336"/>
            </a:xfrm>
            <a:custGeom>
              <a:avLst/>
              <a:gdLst>
                <a:gd name="connsiteX0" fmla="*/ 1221638 w 1221638"/>
                <a:gd name="connsiteY0" fmla="*/ 0 h 402336"/>
                <a:gd name="connsiteX1" fmla="*/ 943660 w 1221638"/>
                <a:gd name="connsiteY1" fmla="*/ 402336 h 402336"/>
                <a:gd name="connsiteX2" fmla="*/ 0 w 1221638"/>
                <a:gd name="connsiteY2" fmla="*/ 387705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 flipV="1">
            <a:off x="5639016" y="2584607"/>
            <a:ext cx="864096" cy="585152"/>
            <a:chOff x="698280" y="1347614"/>
            <a:chExt cx="1221638" cy="864096"/>
          </a:xfrm>
        </p:grpSpPr>
        <p:sp>
          <p:nvSpPr>
            <p:cNvPr id="16" name="Chevron 15"/>
            <p:cNvSpPr/>
            <p:nvPr/>
          </p:nvSpPr>
          <p:spPr>
            <a:xfrm>
              <a:off x="755576" y="1347614"/>
              <a:ext cx="1107046" cy="792088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698280" y="1809374"/>
              <a:ext cx="1221638" cy="402336"/>
            </a:xfrm>
            <a:custGeom>
              <a:avLst/>
              <a:gdLst>
                <a:gd name="connsiteX0" fmla="*/ 1221638 w 1221638"/>
                <a:gd name="connsiteY0" fmla="*/ 0 h 402336"/>
                <a:gd name="connsiteX1" fmla="*/ 943660 w 1221638"/>
                <a:gd name="connsiteY1" fmla="*/ 402336 h 402336"/>
                <a:gd name="connsiteX2" fmla="*/ 0 w 1221638"/>
                <a:gd name="connsiteY2" fmla="*/ 387705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135028" y="2584607"/>
            <a:ext cx="864096" cy="585152"/>
            <a:chOff x="698280" y="1347614"/>
            <a:chExt cx="1221638" cy="864096"/>
          </a:xfrm>
        </p:grpSpPr>
        <p:sp>
          <p:nvSpPr>
            <p:cNvPr id="22" name="Chevron 21"/>
            <p:cNvSpPr/>
            <p:nvPr/>
          </p:nvSpPr>
          <p:spPr>
            <a:xfrm>
              <a:off x="755576" y="1347614"/>
              <a:ext cx="1107046" cy="792088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698280" y="1809374"/>
              <a:ext cx="1221638" cy="402336"/>
            </a:xfrm>
            <a:custGeom>
              <a:avLst/>
              <a:gdLst>
                <a:gd name="connsiteX0" fmla="*/ 1221638 w 1221638"/>
                <a:gd name="connsiteY0" fmla="*/ 0 h 402336"/>
                <a:gd name="connsiteX1" fmla="*/ 943660 w 1221638"/>
                <a:gd name="connsiteY1" fmla="*/ 402336 h 402336"/>
                <a:gd name="connsiteX2" fmla="*/ 0 w 1221638"/>
                <a:gd name="connsiteY2" fmla="*/ 387705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99563" y="2670572"/>
            <a:ext cx="8172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2015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91589" y="2670572"/>
            <a:ext cx="8172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2017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95576" y="2670572"/>
            <a:ext cx="8172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2016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87602" y="2670572"/>
            <a:ext cx="8172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2018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3615" y="2670572"/>
            <a:ext cx="8172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2019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Block Arc 14"/>
          <p:cNvSpPr/>
          <p:nvPr/>
        </p:nvSpPr>
        <p:spPr>
          <a:xfrm rot="16200000">
            <a:off x="7482076" y="2707920"/>
            <a:ext cx="272411" cy="27259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Rectangle 36"/>
          <p:cNvSpPr/>
          <p:nvPr/>
        </p:nvSpPr>
        <p:spPr>
          <a:xfrm>
            <a:off x="3009803" y="2799320"/>
            <a:ext cx="242901" cy="203046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ardrop 6"/>
          <p:cNvSpPr/>
          <p:nvPr/>
        </p:nvSpPr>
        <p:spPr>
          <a:xfrm rot="8100000">
            <a:off x="4485783" y="2731299"/>
            <a:ext cx="242999" cy="24300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Rectangle 16"/>
          <p:cNvSpPr/>
          <p:nvPr/>
        </p:nvSpPr>
        <p:spPr>
          <a:xfrm rot="2700000">
            <a:off x="6020235" y="2729734"/>
            <a:ext cx="176154" cy="335141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ounded Rectangle 27"/>
          <p:cNvSpPr/>
          <p:nvPr/>
        </p:nvSpPr>
        <p:spPr>
          <a:xfrm>
            <a:off x="1510510" y="2756822"/>
            <a:ext cx="253178" cy="19447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76127" y="3250468"/>
            <a:ext cx="1817049" cy="1130325"/>
            <a:chOff x="6228184" y="1730811"/>
            <a:chExt cx="2592288" cy="1130325"/>
          </a:xfrm>
        </p:grpSpPr>
        <p:sp>
          <p:nvSpPr>
            <p:cNvPr id="35" name="TextBox 34"/>
            <p:cNvSpPr txBox="1"/>
            <p:nvPr/>
          </p:nvSpPr>
          <p:spPr>
            <a:xfrm>
              <a:off x="6228184" y="2030139"/>
              <a:ext cx="2592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228184" y="1730811"/>
              <a:ext cx="2592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118678" y="1347614"/>
            <a:ext cx="1817049" cy="1130325"/>
            <a:chOff x="6228184" y="1730811"/>
            <a:chExt cx="2592288" cy="1130325"/>
          </a:xfrm>
        </p:grpSpPr>
        <p:sp>
          <p:nvSpPr>
            <p:cNvPr id="38" name="TextBox 37"/>
            <p:cNvSpPr txBox="1"/>
            <p:nvPr/>
          </p:nvSpPr>
          <p:spPr>
            <a:xfrm>
              <a:off x="6228184" y="2030139"/>
              <a:ext cx="2592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228184" y="1730811"/>
              <a:ext cx="2592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661229" y="3250468"/>
            <a:ext cx="1817049" cy="1130325"/>
            <a:chOff x="6228184" y="1730811"/>
            <a:chExt cx="2592288" cy="1130325"/>
          </a:xfrm>
        </p:grpSpPr>
        <p:sp>
          <p:nvSpPr>
            <p:cNvPr id="41" name="TextBox 40"/>
            <p:cNvSpPr txBox="1"/>
            <p:nvPr/>
          </p:nvSpPr>
          <p:spPr>
            <a:xfrm>
              <a:off x="6228184" y="2030139"/>
              <a:ext cx="2592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228184" y="1730811"/>
              <a:ext cx="2592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203780" y="1347614"/>
            <a:ext cx="1817049" cy="1130325"/>
            <a:chOff x="6228184" y="1730811"/>
            <a:chExt cx="2592288" cy="1130325"/>
          </a:xfrm>
        </p:grpSpPr>
        <p:sp>
          <p:nvSpPr>
            <p:cNvPr id="44" name="TextBox 43"/>
            <p:cNvSpPr txBox="1"/>
            <p:nvPr/>
          </p:nvSpPr>
          <p:spPr>
            <a:xfrm>
              <a:off x="6228184" y="2030139"/>
              <a:ext cx="2592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28184" y="1730811"/>
              <a:ext cx="2592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746331" y="3250468"/>
            <a:ext cx="1817049" cy="1130325"/>
            <a:chOff x="6228184" y="1730811"/>
            <a:chExt cx="2592288" cy="1130325"/>
          </a:xfrm>
        </p:grpSpPr>
        <p:sp>
          <p:nvSpPr>
            <p:cNvPr id="47" name="TextBox 46"/>
            <p:cNvSpPr txBox="1"/>
            <p:nvPr/>
          </p:nvSpPr>
          <p:spPr>
            <a:xfrm>
              <a:off x="6228184" y="2030139"/>
              <a:ext cx="2592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28184" y="1730811"/>
              <a:ext cx="2592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49" name="Picture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6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" r="185"/>
          <a:stretch>
            <a:fillRect/>
          </a:stretch>
        </p:blipFill>
        <p:spPr/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34792"/>
            <a:ext cx="9144000" cy="576064"/>
          </a:xfrm>
        </p:spPr>
        <p:txBody>
          <a:bodyPr/>
          <a:lstStyle/>
          <a:p>
            <a:r>
              <a:rPr lang="en-US" altLang="ko-KR" b="1" dirty="0">
                <a:solidFill>
                  <a:schemeClr val="bg1"/>
                </a:solidFill>
              </a:rPr>
              <a:t>Portfolio Presentation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810856"/>
            <a:ext cx="9144000" cy="288032"/>
          </a:xfrm>
        </p:spPr>
        <p:txBody>
          <a:bodyPr/>
          <a:lstStyle/>
          <a:p>
            <a:pPr lvl="0"/>
            <a:r>
              <a:rPr lang="en-US" altLang="ko-KR" dirty="0">
                <a:solidFill>
                  <a:schemeClr val="bg1"/>
                </a:solidFill>
              </a:rPr>
              <a:t>Insert the title of your subtitle Here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3929170" y="1188392"/>
            <a:ext cx="1285659" cy="8976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382903" y="1226598"/>
            <a:ext cx="301309" cy="641714"/>
            <a:chOff x="6777274" y="1831284"/>
            <a:chExt cx="552841" cy="1177414"/>
          </a:xfrm>
          <a:solidFill>
            <a:schemeClr val="bg1"/>
          </a:solidFill>
        </p:grpSpPr>
        <p:grpSp>
          <p:nvGrpSpPr>
            <p:cNvPr id="8" name="Group 7"/>
            <p:cNvGrpSpPr/>
            <p:nvPr/>
          </p:nvGrpSpPr>
          <p:grpSpPr>
            <a:xfrm>
              <a:off x="6939980" y="1831284"/>
              <a:ext cx="385719" cy="718117"/>
              <a:chOff x="6783521" y="1654812"/>
              <a:chExt cx="726841" cy="1353205"/>
            </a:xfrm>
            <a:grpFill/>
          </p:grpSpPr>
          <p:sp>
            <p:nvSpPr>
              <p:cNvPr id="10" name="Freeform 9"/>
              <p:cNvSpPr/>
              <p:nvPr/>
            </p:nvSpPr>
            <p:spPr>
              <a:xfrm>
                <a:off x="6783521" y="1886618"/>
                <a:ext cx="726841" cy="1121399"/>
              </a:xfrm>
              <a:custGeom>
                <a:avLst/>
                <a:gdLst/>
                <a:ahLst/>
                <a:cxn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6997804" y="1654812"/>
                <a:ext cx="298274" cy="244742"/>
              </a:xfrm>
              <a:custGeom>
                <a:avLst/>
                <a:gdLst/>
                <a:ahLst/>
                <a:cxn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Freeform 8"/>
            <p:cNvSpPr/>
            <p:nvPr/>
          </p:nvSpPr>
          <p:spPr>
            <a:xfrm>
              <a:off x="6777274" y="2572267"/>
              <a:ext cx="552841" cy="436431"/>
            </a:xfrm>
            <a:custGeom>
              <a:avLst/>
              <a:gdLst/>
              <a:ahLst/>
              <a:cxn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688261" y="4155926"/>
            <a:ext cx="7776864" cy="792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6840" y="4237626"/>
            <a:ext cx="7195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</a:t>
            </a:r>
          </a:p>
        </p:txBody>
      </p:sp>
      <p:sp>
        <p:nvSpPr>
          <p:cNvPr id="15" name="Frame 14"/>
          <p:cNvSpPr/>
          <p:nvPr/>
        </p:nvSpPr>
        <p:spPr>
          <a:xfrm>
            <a:off x="188640" y="159482"/>
            <a:ext cx="8766720" cy="4824536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6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547075" y="987574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" name="Teardrop 4"/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410857" y="2031141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" name="Teardrop 7"/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271627" y="3051837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1" name="Teardrop 10"/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H="1">
            <a:off x="4631764" y="1675332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" name="Teardrop 13"/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 flipH="1">
            <a:off x="4768910" y="2717571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7" name="Teardrop 16"/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494617" y="1903500"/>
            <a:ext cx="72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Rectangle 19"/>
          <p:cNvSpPr/>
          <p:nvPr/>
        </p:nvSpPr>
        <p:spPr>
          <a:xfrm>
            <a:off x="4631764" y="2659500"/>
            <a:ext cx="72000" cy="24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Rectangle 20"/>
          <p:cNvSpPr/>
          <p:nvPr/>
        </p:nvSpPr>
        <p:spPr>
          <a:xfrm>
            <a:off x="4357470" y="2659500"/>
            <a:ext cx="72000" cy="24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21"/>
          <p:cNvSpPr/>
          <p:nvPr/>
        </p:nvSpPr>
        <p:spPr>
          <a:xfrm>
            <a:off x="4220323" y="3595500"/>
            <a:ext cx="72000" cy="154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Rectangle 22"/>
          <p:cNvSpPr/>
          <p:nvPr/>
        </p:nvSpPr>
        <p:spPr>
          <a:xfrm>
            <a:off x="4768910" y="3595500"/>
            <a:ext cx="72000" cy="154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Block Arc 14"/>
          <p:cNvSpPr/>
          <p:nvPr/>
        </p:nvSpPr>
        <p:spPr>
          <a:xfrm rot="16200000">
            <a:off x="3874796" y="1315174"/>
            <a:ext cx="365255" cy="36549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Rectangle 36"/>
          <p:cNvSpPr/>
          <p:nvPr/>
        </p:nvSpPr>
        <p:spPr>
          <a:xfrm>
            <a:off x="3769322" y="2401892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ardrop 6"/>
          <p:cNvSpPr/>
          <p:nvPr/>
        </p:nvSpPr>
        <p:spPr>
          <a:xfrm rot="8100000">
            <a:off x="4995471" y="2039041"/>
            <a:ext cx="293279" cy="29328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Rectangle 16"/>
          <p:cNvSpPr/>
          <p:nvPr/>
        </p:nvSpPr>
        <p:spPr>
          <a:xfrm rot="2700000">
            <a:off x="5167444" y="3015186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ounded Rectangle 27"/>
          <p:cNvSpPr/>
          <p:nvPr/>
        </p:nvSpPr>
        <p:spPr>
          <a:xfrm>
            <a:off x="3592136" y="3435800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880389" y="1066241"/>
            <a:ext cx="2539483" cy="863358"/>
            <a:chOff x="803640" y="3362835"/>
            <a:chExt cx="2059657" cy="863358"/>
          </a:xfrm>
        </p:grpSpPr>
        <p:sp>
          <p:nvSpPr>
            <p:cNvPr id="30" name="TextBox 29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81978" y="2079031"/>
            <a:ext cx="2539483" cy="863358"/>
            <a:chOff x="803640" y="3362835"/>
            <a:chExt cx="2059657" cy="863358"/>
          </a:xfrm>
        </p:grpSpPr>
        <p:sp>
          <p:nvSpPr>
            <p:cNvPr id="33" name="TextBox 3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3568" y="3091821"/>
            <a:ext cx="2539483" cy="863358"/>
            <a:chOff x="803640" y="3362835"/>
            <a:chExt cx="2059657" cy="863358"/>
          </a:xfrm>
        </p:grpSpPr>
        <p:sp>
          <p:nvSpPr>
            <p:cNvPr id="36" name="TextBox 3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834941" y="1785851"/>
            <a:ext cx="2539483" cy="863358"/>
            <a:chOff x="803640" y="3362835"/>
            <a:chExt cx="2059657" cy="863358"/>
          </a:xfrm>
        </p:grpSpPr>
        <p:sp>
          <p:nvSpPr>
            <p:cNvPr id="39" name="TextBox 3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865378" y="2798672"/>
            <a:ext cx="2539483" cy="863358"/>
            <a:chOff x="803640" y="3362835"/>
            <a:chExt cx="2059657" cy="863358"/>
          </a:xfrm>
        </p:grpSpPr>
        <p:sp>
          <p:nvSpPr>
            <p:cNvPr id="42" name="TextBox 4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44" name="Picture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1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1A67A849-5CC3-4099-A565-85CE9F11EE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911672"/>
              </p:ext>
            </p:extLst>
          </p:nvPr>
        </p:nvGraphicFramePr>
        <p:xfrm>
          <a:off x="611560" y="413951"/>
          <a:ext cx="3633125" cy="420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283968" y="123478"/>
            <a:ext cx="4860032" cy="576064"/>
          </a:xfrm>
        </p:spPr>
        <p:txBody>
          <a:bodyPr/>
          <a:lstStyle/>
          <a:p>
            <a:pPr algn="l"/>
            <a:r>
              <a:rPr lang="en-US" altLang="ko-KR" dirty="0"/>
              <a:t>Chart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283968" y="699542"/>
            <a:ext cx="4860032" cy="288032"/>
          </a:xfrm>
        </p:spPr>
        <p:txBody>
          <a:bodyPr/>
          <a:lstStyle/>
          <a:p>
            <a:pPr lvl="0" algn="l"/>
            <a:r>
              <a:rPr lang="en-US" altLang="ko-KR" dirty="0"/>
              <a:t>Insert the title of your subtitle Here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427984" y="1275606"/>
            <a:ext cx="4176464" cy="1500812"/>
            <a:chOff x="803640" y="3362835"/>
            <a:chExt cx="2059657" cy="1500812"/>
          </a:xfrm>
        </p:grpSpPr>
        <p:sp>
          <p:nvSpPr>
            <p:cNvPr id="7" name="TextBox 6"/>
            <p:cNvSpPr txBox="1"/>
            <p:nvPr/>
          </p:nvSpPr>
          <p:spPr>
            <a:xfrm>
              <a:off x="803640" y="3663318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43657" y="2996440"/>
            <a:ext cx="624015" cy="624015"/>
            <a:chOff x="5364088" y="2787774"/>
            <a:chExt cx="914400" cy="914400"/>
          </a:xfrm>
        </p:grpSpPr>
        <p:sp>
          <p:nvSpPr>
            <p:cNvPr id="10" name="Oval 9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Block Arc 14"/>
          <p:cNvSpPr/>
          <p:nvPr/>
        </p:nvSpPr>
        <p:spPr>
          <a:xfrm rot="16200000">
            <a:off x="4640460" y="3194606"/>
            <a:ext cx="227531" cy="227679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443657" y="3862735"/>
            <a:ext cx="624015" cy="624015"/>
            <a:chOff x="5364088" y="2787774"/>
            <a:chExt cx="914400" cy="914400"/>
          </a:xfrm>
        </p:grpSpPr>
        <p:sp>
          <p:nvSpPr>
            <p:cNvPr id="14" name="Oval 13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232566" y="2969101"/>
            <a:ext cx="2939833" cy="678692"/>
            <a:chOff x="803640" y="3362835"/>
            <a:chExt cx="2059657" cy="678692"/>
          </a:xfrm>
        </p:grpSpPr>
        <p:sp>
          <p:nvSpPr>
            <p:cNvPr id="17" name="TextBox 16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9" name="Rectangle 36"/>
          <p:cNvSpPr/>
          <p:nvPr/>
        </p:nvSpPr>
        <p:spPr>
          <a:xfrm>
            <a:off x="4634989" y="4072415"/>
            <a:ext cx="249318" cy="208411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0" name="Group 19"/>
          <p:cNvGrpSpPr/>
          <p:nvPr/>
        </p:nvGrpSpPr>
        <p:grpSpPr>
          <a:xfrm>
            <a:off x="5232566" y="3837274"/>
            <a:ext cx="2939833" cy="678692"/>
            <a:chOff x="803640" y="3362835"/>
            <a:chExt cx="2059657" cy="678692"/>
          </a:xfrm>
        </p:grpSpPr>
        <p:sp>
          <p:nvSpPr>
            <p:cNvPr id="21" name="TextBox 2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1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3854258" y="1770622"/>
            <a:ext cx="3332582" cy="2999495"/>
            <a:chOff x="3203848" y="1779662"/>
            <a:chExt cx="3332582" cy="299949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6" name="Rectangle 85"/>
            <p:cNvSpPr/>
            <p:nvPr/>
          </p:nvSpPr>
          <p:spPr>
            <a:xfrm>
              <a:off x="3203848" y="1779662"/>
              <a:ext cx="108000" cy="27733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7" name="Block Arc 86"/>
            <p:cNvSpPr/>
            <p:nvPr/>
          </p:nvSpPr>
          <p:spPr>
            <a:xfrm>
              <a:off x="3203848" y="4326895"/>
              <a:ext cx="452262" cy="452262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425216" y="4671157"/>
              <a:ext cx="2916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9" name="Block Arc 88"/>
            <p:cNvSpPr/>
            <p:nvPr/>
          </p:nvSpPr>
          <p:spPr>
            <a:xfrm rot="16200000">
              <a:off x="6084168" y="4326895"/>
              <a:ext cx="452262" cy="452262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428430" y="3989950"/>
              <a:ext cx="108000" cy="57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91" name="Rectangle 90"/>
          <p:cNvSpPr/>
          <p:nvPr/>
        </p:nvSpPr>
        <p:spPr>
          <a:xfrm>
            <a:off x="685906" y="1635646"/>
            <a:ext cx="3736032" cy="9020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2" name="Rectangle 91"/>
          <p:cNvSpPr/>
          <p:nvPr/>
        </p:nvSpPr>
        <p:spPr>
          <a:xfrm>
            <a:off x="792027" y="1744673"/>
            <a:ext cx="540000" cy="6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3" name="Group 92"/>
          <p:cNvGrpSpPr/>
          <p:nvPr/>
        </p:nvGrpSpPr>
        <p:grpSpPr>
          <a:xfrm>
            <a:off x="1427932" y="1747327"/>
            <a:ext cx="2878588" cy="678692"/>
            <a:chOff x="803640" y="3362835"/>
            <a:chExt cx="2059657" cy="678692"/>
          </a:xfrm>
        </p:grpSpPr>
        <p:sp>
          <p:nvSpPr>
            <p:cNvPr id="94" name="TextBox 93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29373" y="188661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94290" y="2619288"/>
            <a:ext cx="3736032" cy="9020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Rectangle 97"/>
          <p:cNvSpPr/>
          <p:nvPr/>
        </p:nvSpPr>
        <p:spPr>
          <a:xfrm>
            <a:off x="800411" y="2728315"/>
            <a:ext cx="544693" cy="6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9" name="Group 98"/>
          <p:cNvGrpSpPr/>
          <p:nvPr/>
        </p:nvGrpSpPr>
        <p:grpSpPr>
          <a:xfrm>
            <a:off x="1436316" y="2730969"/>
            <a:ext cx="2878588" cy="678692"/>
            <a:chOff x="803640" y="3362835"/>
            <a:chExt cx="2059657" cy="678692"/>
          </a:xfrm>
        </p:grpSpPr>
        <p:sp>
          <p:nvSpPr>
            <p:cNvPr id="100" name="TextBox 99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837757" y="2870260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702674" y="3613912"/>
            <a:ext cx="3727648" cy="9020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Rectangle 103"/>
          <p:cNvSpPr/>
          <p:nvPr/>
        </p:nvSpPr>
        <p:spPr>
          <a:xfrm>
            <a:off x="808795" y="3722939"/>
            <a:ext cx="544693" cy="6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1444700" y="3725593"/>
            <a:ext cx="2878588" cy="678692"/>
            <a:chOff x="803640" y="3362835"/>
            <a:chExt cx="2059657" cy="678692"/>
          </a:xfrm>
        </p:grpSpPr>
        <p:sp>
          <p:nvSpPr>
            <p:cNvPr id="106" name="TextBox 105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846141" y="3864884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5767918" y="1056963"/>
            <a:ext cx="2758049" cy="2928608"/>
            <a:chOff x="4848046" y="3681671"/>
            <a:chExt cx="2758049" cy="2928608"/>
          </a:xfrm>
        </p:grpSpPr>
        <p:sp>
          <p:nvSpPr>
            <p:cNvPr id="110" name="Teardrop 30"/>
            <p:cNvSpPr/>
            <p:nvPr/>
          </p:nvSpPr>
          <p:spPr>
            <a:xfrm rot="8100000">
              <a:off x="5417737" y="4225696"/>
              <a:ext cx="1602534" cy="1602536"/>
            </a:xfrm>
            <a:custGeom>
              <a:avLst/>
              <a:gdLst>
                <a:gd name="connsiteX0" fmla="*/ 293361 w 2192670"/>
                <a:gd name="connsiteY0" fmla="*/ 1899310 h 2192671"/>
                <a:gd name="connsiteX1" fmla="*/ 0 w 2192670"/>
                <a:gd name="connsiteY1" fmla="*/ 1191074 h 2192671"/>
                <a:gd name="connsiteX2" fmla="*/ 1001597 w 2192670"/>
                <a:gd name="connsiteY2" fmla="*/ 189477 h 2192671"/>
                <a:gd name="connsiteX3" fmla="*/ 1341342 w 2192670"/>
                <a:gd name="connsiteY3" fmla="*/ 189477 h 2192671"/>
                <a:gd name="connsiteX4" fmla="*/ 1530818 w 2192670"/>
                <a:gd name="connsiteY4" fmla="*/ 0 h 2192671"/>
                <a:gd name="connsiteX5" fmla="*/ 1806586 w 2192670"/>
                <a:gd name="connsiteY5" fmla="*/ 0 h 2192671"/>
                <a:gd name="connsiteX6" fmla="*/ 1996062 w 2192670"/>
                <a:gd name="connsiteY6" fmla="*/ 189477 h 2192671"/>
                <a:gd name="connsiteX7" fmla="*/ 2003194 w 2192670"/>
                <a:gd name="connsiteY7" fmla="*/ 189477 h 2192671"/>
                <a:gd name="connsiteX8" fmla="*/ 2003194 w 2192670"/>
                <a:gd name="connsiteY8" fmla="*/ 196609 h 2192671"/>
                <a:gd name="connsiteX9" fmla="*/ 2192670 w 2192670"/>
                <a:gd name="connsiteY9" fmla="*/ 386085 h 2192671"/>
                <a:gd name="connsiteX10" fmla="*/ 2192670 w 2192670"/>
                <a:gd name="connsiteY10" fmla="*/ 661852 h 2192671"/>
                <a:gd name="connsiteX11" fmla="*/ 2003193 w 2192670"/>
                <a:gd name="connsiteY11" fmla="*/ 851329 h 2192671"/>
                <a:gd name="connsiteX12" fmla="*/ 2003194 w 2192670"/>
                <a:gd name="connsiteY12" fmla="*/ 1191074 h 2192671"/>
                <a:gd name="connsiteX13" fmla="*/ 1001597 w 2192670"/>
                <a:gd name="connsiteY13" fmla="*/ 2192671 h 2192671"/>
                <a:gd name="connsiteX14" fmla="*/ 293361 w 2192670"/>
                <a:gd name="connsiteY14" fmla="*/ 1899310 h 219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2670" h="2192671">
                  <a:moveTo>
                    <a:pt x="293361" y="1899310"/>
                  </a:moveTo>
                  <a:cubicBezTo>
                    <a:pt x="112107" y="1718057"/>
                    <a:pt x="0" y="1467657"/>
                    <a:pt x="0" y="1191074"/>
                  </a:cubicBezTo>
                  <a:cubicBezTo>
                    <a:pt x="0" y="637907"/>
                    <a:pt x="448430" y="189477"/>
                    <a:pt x="1001597" y="189477"/>
                  </a:cubicBezTo>
                  <a:lnTo>
                    <a:pt x="1341342" y="189477"/>
                  </a:lnTo>
                  <a:lnTo>
                    <a:pt x="1530818" y="0"/>
                  </a:lnTo>
                  <a:cubicBezTo>
                    <a:pt x="1606970" y="-76151"/>
                    <a:pt x="1730435" y="-76151"/>
                    <a:pt x="1806586" y="0"/>
                  </a:cubicBezTo>
                  <a:lnTo>
                    <a:pt x="1996062" y="189477"/>
                  </a:lnTo>
                  <a:lnTo>
                    <a:pt x="2003194" y="189477"/>
                  </a:lnTo>
                  <a:lnTo>
                    <a:pt x="2003194" y="196609"/>
                  </a:lnTo>
                  <a:lnTo>
                    <a:pt x="2192670" y="386085"/>
                  </a:lnTo>
                  <a:cubicBezTo>
                    <a:pt x="2268822" y="462236"/>
                    <a:pt x="2268822" y="585701"/>
                    <a:pt x="2192670" y="661852"/>
                  </a:cubicBezTo>
                  <a:lnTo>
                    <a:pt x="2003193" y="851329"/>
                  </a:lnTo>
                  <a:cubicBezTo>
                    <a:pt x="2003193" y="964577"/>
                    <a:pt x="2003194" y="1077826"/>
                    <a:pt x="2003194" y="1191074"/>
                  </a:cubicBezTo>
                  <a:cubicBezTo>
                    <a:pt x="2003194" y="1744241"/>
                    <a:pt x="1554764" y="2192671"/>
                    <a:pt x="1001597" y="2192671"/>
                  </a:cubicBezTo>
                  <a:cubicBezTo>
                    <a:pt x="725014" y="2192671"/>
                    <a:pt x="474614" y="2080563"/>
                    <a:pt x="293361" y="1899310"/>
                  </a:cubicBezTo>
                  <a:close/>
                </a:path>
              </a:pathLst>
            </a:custGeom>
            <a:solidFill>
              <a:schemeClr val="bg1"/>
            </a:solidFill>
            <a:ln w="698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5903273" y="6071006"/>
              <a:ext cx="631463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5929584" y="6274865"/>
              <a:ext cx="578841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5982205" y="6478724"/>
              <a:ext cx="473597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Rounded Rectangle 113"/>
            <p:cNvSpPr/>
            <p:nvPr/>
          </p:nvSpPr>
          <p:spPr>
            <a:xfrm rot="2700000">
              <a:off x="7086448" y="4038815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Rounded Rectangle 114"/>
            <p:cNvSpPr/>
            <p:nvPr/>
          </p:nvSpPr>
          <p:spPr>
            <a:xfrm rot="18900000" flipH="1">
              <a:off x="5218102" y="4038815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155070" y="3681671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 rot="5400000">
              <a:off x="7354095" y="4745637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 rot="16200000" flipH="1">
              <a:off x="4956046" y="4745638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4572000" y="4262399"/>
            <a:ext cx="210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27" name="Group 126"/>
          <p:cNvGrpSpPr/>
          <p:nvPr/>
        </p:nvGrpSpPr>
        <p:grpSpPr>
          <a:xfrm>
            <a:off x="6695459" y="1705261"/>
            <a:ext cx="677334" cy="1442553"/>
            <a:chOff x="6777274" y="1831284"/>
            <a:chExt cx="552841" cy="1177414"/>
          </a:xfrm>
        </p:grpSpPr>
        <p:grpSp>
          <p:nvGrpSpPr>
            <p:cNvPr id="124" name="Group 123"/>
            <p:cNvGrpSpPr/>
            <p:nvPr/>
          </p:nvGrpSpPr>
          <p:grpSpPr>
            <a:xfrm>
              <a:off x="6939980" y="1831284"/>
              <a:ext cx="385719" cy="718117"/>
              <a:chOff x="6783521" y="1654812"/>
              <a:chExt cx="726841" cy="1353205"/>
            </a:xfrm>
          </p:grpSpPr>
          <p:sp>
            <p:nvSpPr>
              <p:cNvPr id="122" name="Freeform 121"/>
              <p:cNvSpPr/>
              <p:nvPr/>
            </p:nvSpPr>
            <p:spPr>
              <a:xfrm>
                <a:off x="6783521" y="1886618"/>
                <a:ext cx="726841" cy="1121399"/>
              </a:xfrm>
              <a:custGeom>
                <a:avLst/>
                <a:gdLst/>
                <a:ahLst/>
                <a:cxn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Freeform 122"/>
              <p:cNvSpPr/>
              <p:nvPr/>
            </p:nvSpPr>
            <p:spPr>
              <a:xfrm>
                <a:off x="6997804" y="1654812"/>
                <a:ext cx="298274" cy="244742"/>
              </a:xfrm>
              <a:custGeom>
                <a:avLst/>
                <a:gdLst/>
                <a:ahLst/>
                <a:cxn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5" name="Freeform 124"/>
            <p:cNvSpPr/>
            <p:nvPr/>
          </p:nvSpPr>
          <p:spPr>
            <a:xfrm>
              <a:off x="6777274" y="2572267"/>
              <a:ext cx="552841" cy="436431"/>
            </a:xfrm>
            <a:custGeom>
              <a:avLst/>
              <a:gdLst/>
              <a:ahLst/>
              <a:cxn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4" name="Picture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1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0" r="19970"/>
          <a:stretch>
            <a:fillRect/>
          </a:stretch>
        </p:blipFill>
        <p:spPr/>
      </p:pic>
      <p:sp>
        <p:nvSpPr>
          <p:cNvPr id="6" name="Frame 5"/>
          <p:cNvSpPr/>
          <p:nvPr/>
        </p:nvSpPr>
        <p:spPr>
          <a:xfrm>
            <a:off x="197768" y="159481"/>
            <a:ext cx="4176464" cy="4824536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4820277" y="467746"/>
            <a:ext cx="4104456" cy="12399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Presentation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Designed  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20277" y="1906835"/>
            <a:ext cx="41044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5148064" y="4471493"/>
            <a:ext cx="3600400" cy="504304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Portfolio Presentation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763602" y="1779662"/>
            <a:ext cx="835293" cy="720080"/>
            <a:chOff x="3496214" y="1275606"/>
            <a:chExt cx="1060704" cy="914400"/>
          </a:xfrm>
        </p:grpSpPr>
        <p:sp>
          <p:nvSpPr>
            <p:cNvPr id="6" name="Hexagon 5"/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Hexagon 6"/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21480" y="2265716"/>
            <a:ext cx="835293" cy="720080"/>
            <a:chOff x="3496214" y="1275606"/>
            <a:chExt cx="1060704" cy="914400"/>
          </a:xfrm>
        </p:grpSpPr>
        <p:sp>
          <p:nvSpPr>
            <p:cNvPr id="11" name="Hexagon 10"/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Hexagon 11"/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63602" y="2751770"/>
            <a:ext cx="835293" cy="720080"/>
            <a:chOff x="3496214" y="1275606"/>
            <a:chExt cx="1060704" cy="914400"/>
          </a:xfrm>
        </p:grpSpPr>
        <p:sp>
          <p:nvSpPr>
            <p:cNvPr id="14" name="Hexagon 13"/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Hexagon 14"/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763602" y="3723878"/>
            <a:ext cx="835293" cy="720080"/>
            <a:chOff x="3496214" y="1275606"/>
            <a:chExt cx="1060704" cy="914400"/>
          </a:xfrm>
        </p:grpSpPr>
        <p:sp>
          <p:nvSpPr>
            <p:cNvPr id="20" name="Hexagon 19"/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Hexagon 20"/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521480" y="3237824"/>
            <a:ext cx="835293" cy="720080"/>
            <a:chOff x="3496214" y="1275606"/>
            <a:chExt cx="1060704" cy="914400"/>
          </a:xfrm>
        </p:grpSpPr>
        <p:sp>
          <p:nvSpPr>
            <p:cNvPr id="23" name="Hexagon 22"/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Hexagon 23"/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>
            <a:off x="5356773" y="2625756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56773" y="3597864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731951" y="2139702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731951" y="3111810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31951" y="4083918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Block Arc 14"/>
          <p:cNvSpPr/>
          <p:nvPr/>
        </p:nvSpPr>
        <p:spPr>
          <a:xfrm rot="16200000">
            <a:off x="4014542" y="1964387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029365" y="2984379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Teardrop 6"/>
          <p:cNvSpPr/>
          <p:nvPr/>
        </p:nvSpPr>
        <p:spPr>
          <a:xfrm rot="8100000">
            <a:off x="4788090" y="2476216"/>
            <a:ext cx="293279" cy="29328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Rectangle 16"/>
          <p:cNvSpPr/>
          <p:nvPr/>
        </p:nvSpPr>
        <p:spPr>
          <a:xfrm rot="2700000">
            <a:off x="4837709" y="3374213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Rounded Rectangle 27"/>
          <p:cNvSpPr/>
          <p:nvPr/>
        </p:nvSpPr>
        <p:spPr>
          <a:xfrm>
            <a:off x="4016712" y="3950218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973577" y="1233237"/>
            <a:ext cx="2592288" cy="863358"/>
            <a:chOff x="803640" y="3362835"/>
            <a:chExt cx="2059657" cy="863358"/>
          </a:xfrm>
        </p:grpSpPr>
        <p:sp>
          <p:nvSpPr>
            <p:cNvPr id="42" name="TextBox 4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73577" y="2219193"/>
            <a:ext cx="2592288" cy="863358"/>
            <a:chOff x="803640" y="3362835"/>
            <a:chExt cx="2059657" cy="863358"/>
          </a:xfrm>
        </p:grpSpPr>
        <p:sp>
          <p:nvSpPr>
            <p:cNvPr id="45" name="TextBox 44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73577" y="3205147"/>
            <a:ext cx="2592288" cy="863358"/>
            <a:chOff x="803640" y="3362835"/>
            <a:chExt cx="2059657" cy="863358"/>
          </a:xfrm>
        </p:grpSpPr>
        <p:sp>
          <p:nvSpPr>
            <p:cNvPr id="48" name="TextBox 47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580112" y="1726215"/>
            <a:ext cx="2592288" cy="863358"/>
            <a:chOff x="803640" y="3362835"/>
            <a:chExt cx="2059657" cy="863358"/>
          </a:xfrm>
        </p:grpSpPr>
        <p:sp>
          <p:nvSpPr>
            <p:cNvPr id="51" name="TextBox 50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580112" y="2712171"/>
            <a:ext cx="2592288" cy="863358"/>
            <a:chOff x="803640" y="3362835"/>
            <a:chExt cx="2059657" cy="863358"/>
          </a:xfrm>
        </p:grpSpPr>
        <p:sp>
          <p:nvSpPr>
            <p:cNvPr id="54" name="TextBox 5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56" name="Picture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Mobile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2" name="Text Placeholder 1"/>
          <p:cNvSpPr txBox="1">
            <a:spLocks/>
          </p:cNvSpPr>
          <p:nvPr/>
        </p:nvSpPr>
        <p:spPr>
          <a:xfrm>
            <a:off x="380083" y="1060552"/>
            <a:ext cx="2808312" cy="9722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Portfolio </a:t>
            </a:r>
          </a:p>
          <a:p>
            <a:pPr marL="0" indent="0">
              <a:buNone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Designed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504" y="2250750"/>
            <a:ext cx="318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Wingdings" pitchFamily="2" charset="2"/>
              <a:buChar char="l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504" y="2570777"/>
            <a:ext cx="318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Wingdings" pitchFamily="2" charset="2"/>
              <a:buChar char="l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504" y="2890804"/>
            <a:ext cx="318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Wingdings" pitchFamily="2" charset="2"/>
              <a:buChar char="l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83980" y="2251465"/>
            <a:ext cx="318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l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83980" y="2571492"/>
            <a:ext cx="318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l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83980" y="2891519"/>
            <a:ext cx="318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l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 Placeholder 1"/>
          <p:cNvSpPr txBox="1">
            <a:spLocks/>
          </p:cNvSpPr>
          <p:nvPr/>
        </p:nvSpPr>
        <p:spPr>
          <a:xfrm>
            <a:off x="5979907" y="1059582"/>
            <a:ext cx="2808312" cy="9722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Portfolio </a:t>
            </a:r>
          </a:p>
          <a:p>
            <a:pPr marL="0" indent="0" algn="r">
              <a:buNone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Designed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Rounded Rectangle 7"/>
          <p:cNvSpPr/>
          <p:nvPr/>
        </p:nvSpPr>
        <p:spPr>
          <a:xfrm>
            <a:off x="2825141" y="4093078"/>
            <a:ext cx="263823" cy="456566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FFCE29"/>
              </a:solidFill>
            </a:endParaRPr>
          </a:p>
        </p:txBody>
      </p:sp>
      <p:sp>
        <p:nvSpPr>
          <p:cNvPr id="31" name="Trapezoid 13"/>
          <p:cNvSpPr/>
          <p:nvPr/>
        </p:nvSpPr>
        <p:spPr>
          <a:xfrm>
            <a:off x="5990068" y="4121368"/>
            <a:ext cx="473043" cy="399986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FFCE29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6699986" y="3889682"/>
            <a:ext cx="2088233" cy="863358"/>
            <a:chOff x="803640" y="3362835"/>
            <a:chExt cx="2059657" cy="863358"/>
          </a:xfrm>
        </p:grpSpPr>
        <p:sp>
          <p:nvSpPr>
            <p:cNvPr id="33" name="TextBox 3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1"/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02842" y="3889682"/>
            <a:ext cx="2088233" cy="863358"/>
            <a:chOff x="803640" y="3362835"/>
            <a:chExt cx="2059657" cy="863358"/>
          </a:xfrm>
        </p:grpSpPr>
        <p:sp>
          <p:nvSpPr>
            <p:cNvPr id="36" name="TextBox 3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accent1"/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4" r="17644"/>
          <a:stretch>
            <a:fillRect/>
          </a:stretch>
        </p:blipFill>
        <p:spPr/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1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6" name="Group 5"/>
          <p:cNvGrpSpPr/>
          <p:nvPr/>
        </p:nvGrpSpPr>
        <p:grpSpPr>
          <a:xfrm rot="2700000">
            <a:off x="4872379" y="1123264"/>
            <a:ext cx="472578" cy="879828"/>
            <a:chOff x="6783521" y="1654812"/>
            <a:chExt cx="726841" cy="1353205"/>
          </a:xfrm>
        </p:grpSpPr>
        <p:sp>
          <p:nvSpPr>
            <p:cNvPr id="8" name="Freeform 7"/>
            <p:cNvSpPr/>
            <p:nvPr/>
          </p:nvSpPr>
          <p:spPr>
            <a:xfrm>
              <a:off x="6783521" y="1886618"/>
              <a:ext cx="726841" cy="1121399"/>
            </a:xfrm>
            <a:custGeom>
              <a:avLst/>
              <a:gdLst/>
              <a:ahLst/>
              <a:cxnLst/>
              <a:rect l="l" t="t" r="r" b="b"/>
              <a:pathLst>
                <a:path w="726841" h="1121399">
                  <a:moveTo>
                    <a:pt x="236325" y="1049494"/>
                  </a:moveTo>
                  <a:lnTo>
                    <a:pt x="495287" y="1049494"/>
                  </a:lnTo>
                  <a:cubicBezTo>
                    <a:pt x="491080" y="1064561"/>
                    <a:pt x="487966" y="1079199"/>
                    <a:pt x="485273" y="1093187"/>
                  </a:cubicBezTo>
                  <a:lnTo>
                    <a:pt x="245258" y="1092728"/>
                  </a:lnTo>
                  <a:close/>
                  <a:moveTo>
                    <a:pt x="363421" y="203844"/>
                  </a:moveTo>
                  <a:cubicBezTo>
                    <a:pt x="401307" y="203844"/>
                    <a:pt x="432020" y="234557"/>
                    <a:pt x="432020" y="272443"/>
                  </a:cubicBezTo>
                  <a:cubicBezTo>
                    <a:pt x="432020" y="310329"/>
                    <a:pt x="401307" y="341042"/>
                    <a:pt x="363421" y="341042"/>
                  </a:cubicBezTo>
                  <a:cubicBezTo>
                    <a:pt x="325534" y="341042"/>
                    <a:pt x="294821" y="310329"/>
                    <a:pt x="294821" y="272443"/>
                  </a:cubicBezTo>
                  <a:cubicBezTo>
                    <a:pt x="294821" y="234557"/>
                    <a:pt x="325534" y="203844"/>
                    <a:pt x="363421" y="203844"/>
                  </a:cubicBezTo>
                  <a:close/>
                  <a:moveTo>
                    <a:pt x="363421" y="135244"/>
                  </a:moveTo>
                  <a:cubicBezTo>
                    <a:pt x="287648" y="135244"/>
                    <a:pt x="226222" y="196671"/>
                    <a:pt x="226222" y="272443"/>
                  </a:cubicBezTo>
                  <a:cubicBezTo>
                    <a:pt x="226222" y="348216"/>
                    <a:pt x="287648" y="409642"/>
                    <a:pt x="363421" y="409642"/>
                  </a:cubicBezTo>
                  <a:cubicBezTo>
                    <a:pt x="439193" y="409642"/>
                    <a:pt x="500619" y="348216"/>
                    <a:pt x="500619" y="272443"/>
                  </a:cubicBezTo>
                  <a:cubicBezTo>
                    <a:pt x="500619" y="196671"/>
                    <a:pt x="439193" y="135244"/>
                    <a:pt x="363421" y="135244"/>
                  </a:cubicBezTo>
                  <a:close/>
                  <a:moveTo>
                    <a:pt x="196200" y="0"/>
                  </a:moveTo>
                  <a:cubicBezTo>
                    <a:pt x="300307" y="58658"/>
                    <a:pt x="427219" y="59450"/>
                    <a:pt x="531959" y="2129"/>
                  </a:cubicBezTo>
                  <a:cubicBezTo>
                    <a:pt x="645195" y="251105"/>
                    <a:pt x="615578" y="521951"/>
                    <a:pt x="565642" y="749813"/>
                  </a:cubicBezTo>
                  <a:lnTo>
                    <a:pt x="726841" y="904479"/>
                  </a:lnTo>
                  <a:lnTo>
                    <a:pt x="700460" y="1113326"/>
                  </a:lnTo>
                  <a:lnTo>
                    <a:pt x="510728" y="982128"/>
                  </a:lnTo>
                  <a:lnTo>
                    <a:pt x="503274" y="1014651"/>
                  </a:lnTo>
                  <a:lnTo>
                    <a:pt x="228241" y="1014651"/>
                  </a:lnTo>
                  <a:cubicBezTo>
                    <a:pt x="226194" y="1005458"/>
                    <a:pt x="223902" y="996068"/>
                    <a:pt x="221524" y="986461"/>
                  </a:cubicBezTo>
                  <a:lnTo>
                    <a:pt x="26381" y="1121399"/>
                  </a:lnTo>
                  <a:lnTo>
                    <a:pt x="0" y="912552"/>
                  </a:lnTo>
                  <a:lnTo>
                    <a:pt x="162681" y="756465"/>
                  </a:lnTo>
                  <a:lnTo>
                    <a:pt x="163137" y="757906"/>
                  </a:lnTo>
                  <a:lnTo>
                    <a:pt x="165881" y="748957"/>
                  </a:lnTo>
                  <a:cubicBezTo>
                    <a:pt x="117348" y="521774"/>
                    <a:pt x="87568" y="246912"/>
                    <a:pt x="19620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6997804" y="1654812"/>
              <a:ext cx="298274" cy="244742"/>
            </a:xfrm>
            <a:custGeom>
              <a:avLst/>
              <a:gdLst/>
              <a:ahLst/>
              <a:cxnLst/>
              <a:rect l="l" t="t" r="r" b="b"/>
              <a:pathLst>
                <a:path w="298274" h="244742">
                  <a:moveTo>
                    <a:pt x="147328" y="0"/>
                  </a:moveTo>
                  <a:cubicBezTo>
                    <a:pt x="212319" y="65590"/>
                    <a:pt x="261867" y="134854"/>
                    <a:pt x="298274" y="206570"/>
                  </a:cubicBezTo>
                  <a:cubicBezTo>
                    <a:pt x="205418" y="258299"/>
                    <a:pt x="92251" y="257374"/>
                    <a:pt x="0" y="204273"/>
                  </a:cubicBezTo>
                  <a:cubicBezTo>
                    <a:pt x="35363" y="132633"/>
                    <a:pt x="83678" y="64016"/>
                    <a:pt x="147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34131" y="1828800"/>
            <a:ext cx="3277252" cy="2940710"/>
            <a:chOff x="2875611" y="1828800"/>
            <a:chExt cx="3277252" cy="2940710"/>
          </a:xfrm>
        </p:grpSpPr>
        <p:sp>
          <p:nvSpPr>
            <p:cNvPr id="17" name="Freeform 16"/>
            <p:cNvSpPr/>
            <p:nvPr/>
          </p:nvSpPr>
          <p:spPr>
            <a:xfrm>
              <a:off x="4045306" y="3979468"/>
              <a:ext cx="1411833" cy="790042"/>
            </a:xfrm>
            <a:custGeom>
              <a:avLst/>
              <a:gdLst>
                <a:gd name="connsiteX0" fmla="*/ 1404518 w 1411833"/>
                <a:gd name="connsiteY0" fmla="*/ 585216 h 790042"/>
                <a:gd name="connsiteX1" fmla="*/ 0 w 1411833"/>
                <a:gd name="connsiteY1" fmla="*/ 790042 h 790042"/>
                <a:gd name="connsiteX2" fmla="*/ 1411833 w 1411833"/>
                <a:gd name="connsiteY2" fmla="*/ 0 h 790042"/>
                <a:gd name="connsiteX3" fmla="*/ 1404518 w 1411833"/>
                <a:gd name="connsiteY3" fmla="*/ 585216 h 79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833" h="790042">
                  <a:moveTo>
                    <a:pt x="1404518" y="585216"/>
                  </a:moveTo>
                  <a:lnTo>
                    <a:pt x="0" y="790042"/>
                  </a:lnTo>
                  <a:lnTo>
                    <a:pt x="1411833" y="0"/>
                  </a:lnTo>
                  <a:cubicBezTo>
                    <a:pt x="1409395" y="195072"/>
                    <a:pt x="1406956" y="390144"/>
                    <a:pt x="1404518" y="5852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889504" y="3130906"/>
              <a:ext cx="2130190" cy="1046074"/>
            </a:xfrm>
            <a:custGeom>
              <a:avLst/>
              <a:gdLst>
                <a:gd name="connsiteX0" fmla="*/ 2143354 w 2305136"/>
                <a:gd name="connsiteY0" fmla="*/ 1457 h 1069476"/>
                <a:gd name="connsiteX1" fmla="*/ 0 w 2305136"/>
                <a:gd name="connsiteY1" fmla="*/ 440369 h 1069476"/>
                <a:gd name="connsiteX2" fmla="*/ 7316 w 2305136"/>
                <a:gd name="connsiteY2" fmla="*/ 1069476 h 1069476"/>
                <a:gd name="connsiteX3" fmla="*/ 2150669 w 2305136"/>
                <a:gd name="connsiteY3" fmla="*/ 593988 h 1069476"/>
                <a:gd name="connsiteX4" fmla="*/ 2143354 w 2305136"/>
                <a:gd name="connsiteY4" fmla="*/ 1457 h 1069476"/>
                <a:gd name="connsiteX0" fmla="*/ 2143354 w 2259633"/>
                <a:gd name="connsiteY0" fmla="*/ 47501 h 1115520"/>
                <a:gd name="connsiteX1" fmla="*/ 0 w 2259633"/>
                <a:gd name="connsiteY1" fmla="*/ 486413 h 1115520"/>
                <a:gd name="connsiteX2" fmla="*/ 7316 w 2259633"/>
                <a:gd name="connsiteY2" fmla="*/ 1115520 h 1115520"/>
                <a:gd name="connsiteX3" fmla="*/ 2150669 w 2259633"/>
                <a:gd name="connsiteY3" fmla="*/ 640032 h 1115520"/>
                <a:gd name="connsiteX4" fmla="*/ 2143354 w 2259633"/>
                <a:gd name="connsiteY4" fmla="*/ 47501 h 1115520"/>
                <a:gd name="connsiteX0" fmla="*/ 2143354 w 2387606"/>
                <a:gd name="connsiteY0" fmla="*/ 47501 h 1115520"/>
                <a:gd name="connsiteX1" fmla="*/ 0 w 2387606"/>
                <a:gd name="connsiteY1" fmla="*/ 486413 h 1115520"/>
                <a:gd name="connsiteX2" fmla="*/ 7316 w 2387606"/>
                <a:gd name="connsiteY2" fmla="*/ 1115520 h 1115520"/>
                <a:gd name="connsiteX3" fmla="*/ 2150669 w 2387606"/>
                <a:gd name="connsiteY3" fmla="*/ 640032 h 1115520"/>
                <a:gd name="connsiteX4" fmla="*/ 2143354 w 2387606"/>
                <a:gd name="connsiteY4" fmla="*/ 47501 h 1115520"/>
                <a:gd name="connsiteX0" fmla="*/ 2143354 w 2335036"/>
                <a:gd name="connsiteY0" fmla="*/ 84198 h 1152217"/>
                <a:gd name="connsiteX1" fmla="*/ 0 w 2335036"/>
                <a:gd name="connsiteY1" fmla="*/ 523110 h 1152217"/>
                <a:gd name="connsiteX2" fmla="*/ 7316 w 2335036"/>
                <a:gd name="connsiteY2" fmla="*/ 1152217 h 1152217"/>
                <a:gd name="connsiteX3" fmla="*/ 2150669 w 2335036"/>
                <a:gd name="connsiteY3" fmla="*/ 676729 h 1152217"/>
                <a:gd name="connsiteX4" fmla="*/ 2143354 w 2335036"/>
                <a:gd name="connsiteY4" fmla="*/ 84198 h 1152217"/>
                <a:gd name="connsiteX0" fmla="*/ 2143354 w 2307818"/>
                <a:gd name="connsiteY0" fmla="*/ 84198 h 1152217"/>
                <a:gd name="connsiteX1" fmla="*/ 0 w 2307818"/>
                <a:gd name="connsiteY1" fmla="*/ 523110 h 1152217"/>
                <a:gd name="connsiteX2" fmla="*/ 7316 w 2307818"/>
                <a:gd name="connsiteY2" fmla="*/ 1152217 h 1152217"/>
                <a:gd name="connsiteX3" fmla="*/ 2150669 w 2307818"/>
                <a:gd name="connsiteY3" fmla="*/ 676729 h 1152217"/>
                <a:gd name="connsiteX4" fmla="*/ 2143354 w 2307818"/>
                <a:gd name="connsiteY4" fmla="*/ 84198 h 1152217"/>
                <a:gd name="connsiteX0" fmla="*/ 2143354 w 2307818"/>
                <a:gd name="connsiteY0" fmla="*/ 0 h 1068019"/>
                <a:gd name="connsiteX1" fmla="*/ 0 w 2307818"/>
                <a:gd name="connsiteY1" fmla="*/ 438912 h 1068019"/>
                <a:gd name="connsiteX2" fmla="*/ 7316 w 2307818"/>
                <a:gd name="connsiteY2" fmla="*/ 1068019 h 1068019"/>
                <a:gd name="connsiteX3" fmla="*/ 2150669 w 2307818"/>
                <a:gd name="connsiteY3" fmla="*/ 592531 h 1068019"/>
                <a:gd name="connsiteX4" fmla="*/ 2143354 w 2307818"/>
                <a:gd name="connsiteY4" fmla="*/ 0 h 1068019"/>
                <a:gd name="connsiteX0" fmla="*/ 2143354 w 2152136"/>
                <a:gd name="connsiteY0" fmla="*/ 0 h 1068019"/>
                <a:gd name="connsiteX1" fmla="*/ 0 w 2152136"/>
                <a:gd name="connsiteY1" fmla="*/ 438912 h 1068019"/>
                <a:gd name="connsiteX2" fmla="*/ 7316 w 2152136"/>
                <a:gd name="connsiteY2" fmla="*/ 1068019 h 1068019"/>
                <a:gd name="connsiteX3" fmla="*/ 2150669 w 2152136"/>
                <a:gd name="connsiteY3" fmla="*/ 592531 h 1068019"/>
                <a:gd name="connsiteX4" fmla="*/ 2143354 w 2152136"/>
                <a:gd name="connsiteY4" fmla="*/ 0 h 1068019"/>
                <a:gd name="connsiteX0" fmla="*/ 2136250 w 2145032"/>
                <a:gd name="connsiteY0" fmla="*/ 0 h 1068019"/>
                <a:gd name="connsiteX1" fmla="*/ 14842 w 2145032"/>
                <a:gd name="connsiteY1" fmla="*/ 438912 h 1068019"/>
                <a:gd name="connsiteX2" fmla="*/ 212 w 2145032"/>
                <a:gd name="connsiteY2" fmla="*/ 1068019 h 1068019"/>
                <a:gd name="connsiteX3" fmla="*/ 2143565 w 2145032"/>
                <a:gd name="connsiteY3" fmla="*/ 592531 h 1068019"/>
                <a:gd name="connsiteX4" fmla="*/ 2136250 w 2145032"/>
                <a:gd name="connsiteY4" fmla="*/ 0 h 1068019"/>
                <a:gd name="connsiteX0" fmla="*/ 2121408 w 2130190"/>
                <a:gd name="connsiteY0" fmla="*/ 0 h 1075334"/>
                <a:gd name="connsiteX1" fmla="*/ 0 w 2130190"/>
                <a:gd name="connsiteY1" fmla="*/ 438912 h 1075334"/>
                <a:gd name="connsiteX2" fmla="*/ 7316 w 2130190"/>
                <a:gd name="connsiteY2" fmla="*/ 1075334 h 1075334"/>
                <a:gd name="connsiteX3" fmla="*/ 2128723 w 2130190"/>
                <a:gd name="connsiteY3" fmla="*/ 592531 h 1075334"/>
                <a:gd name="connsiteX4" fmla="*/ 2121408 w 2130190"/>
                <a:gd name="connsiteY4" fmla="*/ 0 h 1075334"/>
                <a:gd name="connsiteX0" fmla="*/ 2121408 w 2130190"/>
                <a:gd name="connsiteY0" fmla="*/ 0 h 1046074"/>
                <a:gd name="connsiteX1" fmla="*/ 0 w 2130190"/>
                <a:gd name="connsiteY1" fmla="*/ 438912 h 1046074"/>
                <a:gd name="connsiteX2" fmla="*/ 7316 w 2130190"/>
                <a:gd name="connsiteY2" fmla="*/ 1046074 h 1046074"/>
                <a:gd name="connsiteX3" fmla="*/ 2128723 w 2130190"/>
                <a:gd name="connsiteY3" fmla="*/ 592531 h 1046074"/>
                <a:gd name="connsiteX4" fmla="*/ 2121408 w 2130190"/>
                <a:gd name="connsiteY4" fmla="*/ 0 h 104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0190" h="1046074">
                  <a:moveTo>
                    <a:pt x="2121408" y="0"/>
                  </a:moveTo>
                  <a:cubicBezTo>
                    <a:pt x="1676664" y="86171"/>
                    <a:pt x="714451" y="292608"/>
                    <a:pt x="0" y="438912"/>
                  </a:cubicBezTo>
                  <a:cubicBezTo>
                    <a:pt x="2439" y="648614"/>
                    <a:pt x="4877" y="836372"/>
                    <a:pt x="7316" y="1046074"/>
                  </a:cubicBezTo>
                  <a:lnTo>
                    <a:pt x="2128723" y="592531"/>
                  </a:lnTo>
                  <a:cubicBezTo>
                    <a:pt x="2133599" y="377952"/>
                    <a:pt x="2125065" y="296265"/>
                    <a:pt x="2121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3284525" y="2523744"/>
              <a:ext cx="2867558" cy="877824"/>
            </a:xfrm>
            <a:custGeom>
              <a:avLst/>
              <a:gdLst>
                <a:gd name="connsiteX0" fmla="*/ 0 w 2896820"/>
                <a:gd name="connsiteY0" fmla="*/ 292608 h 607162"/>
                <a:gd name="connsiteX1" fmla="*/ 2874874 w 2896820"/>
                <a:gd name="connsiteY1" fmla="*/ 0 h 607162"/>
                <a:gd name="connsiteX2" fmla="*/ 2896820 w 2896820"/>
                <a:gd name="connsiteY2" fmla="*/ 607162 h 607162"/>
                <a:gd name="connsiteX3" fmla="*/ 1770279 w 2896820"/>
                <a:gd name="connsiteY3" fmla="*/ 599846 h 607162"/>
                <a:gd name="connsiteX4" fmla="*/ 0 w 2896820"/>
                <a:gd name="connsiteY4" fmla="*/ 292608 h 607162"/>
                <a:gd name="connsiteX0" fmla="*/ 0 w 2896820"/>
                <a:gd name="connsiteY0" fmla="*/ 292608 h 877824"/>
                <a:gd name="connsiteX1" fmla="*/ 2874874 w 2896820"/>
                <a:gd name="connsiteY1" fmla="*/ 0 h 877824"/>
                <a:gd name="connsiteX2" fmla="*/ 2896820 w 2896820"/>
                <a:gd name="connsiteY2" fmla="*/ 607162 h 877824"/>
                <a:gd name="connsiteX3" fmla="*/ 14631 w 2896820"/>
                <a:gd name="connsiteY3" fmla="*/ 877824 h 877824"/>
                <a:gd name="connsiteX4" fmla="*/ 0 w 2896820"/>
                <a:gd name="connsiteY4" fmla="*/ 292608 h 877824"/>
                <a:gd name="connsiteX0" fmla="*/ 7315 w 2882189"/>
                <a:gd name="connsiteY0" fmla="*/ 292608 h 877824"/>
                <a:gd name="connsiteX1" fmla="*/ 2860243 w 2882189"/>
                <a:gd name="connsiteY1" fmla="*/ 0 h 877824"/>
                <a:gd name="connsiteX2" fmla="*/ 2882189 w 2882189"/>
                <a:gd name="connsiteY2" fmla="*/ 607162 h 877824"/>
                <a:gd name="connsiteX3" fmla="*/ 0 w 2882189"/>
                <a:gd name="connsiteY3" fmla="*/ 877824 h 877824"/>
                <a:gd name="connsiteX4" fmla="*/ 7315 w 2882189"/>
                <a:gd name="connsiteY4" fmla="*/ 292608 h 877824"/>
                <a:gd name="connsiteX0" fmla="*/ 7315 w 2867558"/>
                <a:gd name="connsiteY0" fmla="*/ 292608 h 877824"/>
                <a:gd name="connsiteX1" fmla="*/ 2860243 w 2867558"/>
                <a:gd name="connsiteY1" fmla="*/ 0 h 877824"/>
                <a:gd name="connsiteX2" fmla="*/ 2867558 w 2867558"/>
                <a:gd name="connsiteY2" fmla="*/ 607162 h 877824"/>
                <a:gd name="connsiteX3" fmla="*/ 0 w 2867558"/>
                <a:gd name="connsiteY3" fmla="*/ 877824 h 877824"/>
                <a:gd name="connsiteX4" fmla="*/ 7315 w 2867558"/>
                <a:gd name="connsiteY4" fmla="*/ 292608 h 877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7558" h="877824">
                  <a:moveTo>
                    <a:pt x="7315" y="292608"/>
                  </a:moveTo>
                  <a:lnTo>
                    <a:pt x="2860243" y="0"/>
                  </a:lnTo>
                  <a:cubicBezTo>
                    <a:pt x="2862681" y="202387"/>
                    <a:pt x="2865120" y="404775"/>
                    <a:pt x="2867558" y="607162"/>
                  </a:cubicBezTo>
                  <a:lnTo>
                    <a:pt x="0" y="877824"/>
                  </a:lnTo>
                  <a:cubicBezTo>
                    <a:pt x="2438" y="682752"/>
                    <a:pt x="4877" y="487680"/>
                    <a:pt x="7315" y="2926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Parallelogram 9"/>
            <p:cNvSpPr/>
            <p:nvPr/>
          </p:nvSpPr>
          <p:spPr>
            <a:xfrm rot="5400000">
              <a:off x="4368447" y="1335143"/>
              <a:ext cx="979857" cy="2588975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Parallelogram 10"/>
            <p:cNvSpPr/>
            <p:nvPr/>
          </p:nvSpPr>
          <p:spPr>
            <a:xfrm rot="5400000">
              <a:off x="3705034" y="2397247"/>
              <a:ext cx="899112" cy="1754156"/>
            </a:xfrm>
            <a:prstGeom prst="parallelogram">
              <a:avLst>
                <a:gd name="adj" fmla="val 3443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Parallelogram 12"/>
            <p:cNvSpPr/>
            <p:nvPr/>
          </p:nvSpPr>
          <p:spPr>
            <a:xfrm rot="5400000">
              <a:off x="3680170" y="2775303"/>
              <a:ext cx="979857" cy="2588975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3562502" y="1828800"/>
              <a:ext cx="1199693" cy="460858"/>
            </a:xfrm>
            <a:custGeom>
              <a:avLst/>
              <a:gdLst>
                <a:gd name="connsiteX0" fmla="*/ 1089965 w 1199693"/>
                <a:gd name="connsiteY0" fmla="*/ 0 h 460858"/>
                <a:gd name="connsiteX1" fmla="*/ 0 w 1199693"/>
                <a:gd name="connsiteY1" fmla="*/ 307238 h 460858"/>
                <a:gd name="connsiteX2" fmla="*/ 1016813 w 1199693"/>
                <a:gd name="connsiteY2" fmla="*/ 460858 h 460858"/>
                <a:gd name="connsiteX3" fmla="*/ 1199693 w 1199693"/>
                <a:gd name="connsiteY3" fmla="*/ 117043 h 460858"/>
                <a:gd name="connsiteX4" fmla="*/ 1089965 w 1199693"/>
                <a:gd name="connsiteY4" fmla="*/ 0 h 46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9693" h="460858">
                  <a:moveTo>
                    <a:pt x="1089965" y="0"/>
                  </a:moveTo>
                  <a:lnTo>
                    <a:pt x="0" y="307238"/>
                  </a:lnTo>
                  <a:lnTo>
                    <a:pt x="1016813" y="460858"/>
                  </a:lnTo>
                  <a:lnTo>
                    <a:pt x="1199693" y="117043"/>
                  </a:lnTo>
                  <a:lnTo>
                    <a:pt x="10899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80112" y="3186915"/>
            <a:ext cx="2539483" cy="863358"/>
            <a:chOff x="803640" y="3362835"/>
            <a:chExt cx="2059657" cy="863358"/>
          </a:xfrm>
        </p:grpSpPr>
        <p:sp>
          <p:nvSpPr>
            <p:cNvPr id="20" name="TextBox 19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405" y="1851670"/>
            <a:ext cx="2539483" cy="863358"/>
            <a:chOff x="803640" y="3362835"/>
            <a:chExt cx="2059657" cy="863358"/>
          </a:xfrm>
        </p:grpSpPr>
        <p:sp>
          <p:nvSpPr>
            <p:cNvPr id="23" name="TextBox 2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30843" y="3415082"/>
            <a:ext cx="2539483" cy="863358"/>
            <a:chOff x="803640" y="3362835"/>
            <a:chExt cx="2059657" cy="863358"/>
          </a:xfrm>
        </p:grpSpPr>
        <p:sp>
          <p:nvSpPr>
            <p:cNvPr id="26" name="TextBox 2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9" name="Text Placeholder 13"/>
          <p:cNvSpPr txBox="1">
            <a:spLocks/>
          </p:cNvSpPr>
          <p:nvPr/>
        </p:nvSpPr>
        <p:spPr>
          <a:xfrm rot="458666">
            <a:off x="3315866" y="3804253"/>
            <a:ext cx="1853006" cy="53455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Text Placeholder 13"/>
          <p:cNvSpPr txBox="1">
            <a:spLocks/>
          </p:cNvSpPr>
          <p:nvPr/>
        </p:nvSpPr>
        <p:spPr>
          <a:xfrm rot="583725">
            <a:off x="3253609" y="2997653"/>
            <a:ext cx="1837115" cy="53455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Designed</a:t>
            </a:r>
          </a:p>
        </p:txBody>
      </p:sp>
      <p:sp>
        <p:nvSpPr>
          <p:cNvPr id="31" name="Text Placeholder 13"/>
          <p:cNvSpPr txBox="1">
            <a:spLocks/>
          </p:cNvSpPr>
          <p:nvPr/>
        </p:nvSpPr>
        <p:spPr>
          <a:xfrm rot="500431">
            <a:off x="4022776" y="2374257"/>
            <a:ext cx="1837115" cy="53455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PowerPoint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59" b="19959"/>
          <a:stretch>
            <a:fillRect/>
          </a:stretch>
        </p:blipFill>
        <p:spPr/>
      </p:pic>
      <p:grpSp>
        <p:nvGrpSpPr>
          <p:cNvPr id="6" name="Group 5"/>
          <p:cNvGrpSpPr/>
          <p:nvPr/>
        </p:nvGrpSpPr>
        <p:grpSpPr>
          <a:xfrm>
            <a:off x="6164127" y="1891425"/>
            <a:ext cx="2592288" cy="863358"/>
            <a:chOff x="803640" y="3362835"/>
            <a:chExt cx="2059657" cy="863358"/>
          </a:xfrm>
        </p:grpSpPr>
        <p:sp>
          <p:nvSpPr>
            <p:cNvPr id="7" name="TextBox 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9" name="Text Placeholder 1"/>
          <p:cNvSpPr txBox="1">
            <a:spLocks/>
          </p:cNvSpPr>
          <p:nvPr/>
        </p:nvSpPr>
        <p:spPr>
          <a:xfrm>
            <a:off x="2159732" y="3227224"/>
            <a:ext cx="4824536" cy="122438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Portfolio Presentation</a:t>
            </a:r>
          </a:p>
          <a:p>
            <a:pPr marL="0" indent="0" algn="ctr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Designed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9672" y="4451608"/>
            <a:ext cx="5904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 </a:t>
            </a:r>
          </a:p>
        </p:txBody>
      </p:sp>
      <p:sp>
        <p:nvSpPr>
          <p:cNvPr id="11" name="Frame 10"/>
          <p:cNvSpPr/>
          <p:nvPr/>
        </p:nvSpPr>
        <p:spPr>
          <a:xfrm>
            <a:off x="224644" y="188136"/>
            <a:ext cx="8694712" cy="2700301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4914092" y="1610939"/>
            <a:ext cx="972000" cy="972000"/>
            <a:chOff x="4914092" y="1771869"/>
            <a:chExt cx="972000" cy="972000"/>
          </a:xfrm>
        </p:grpSpPr>
        <p:sp>
          <p:nvSpPr>
            <p:cNvPr id="8" name="Rectangle 7"/>
            <p:cNvSpPr/>
            <p:nvPr/>
          </p:nvSpPr>
          <p:spPr>
            <a:xfrm>
              <a:off x="4914092" y="1771869"/>
              <a:ext cx="972000" cy="972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04048" y="1861825"/>
              <a:ext cx="792088" cy="7920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362030" y="2151194"/>
            <a:ext cx="972000" cy="972000"/>
            <a:chOff x="4362030" y="2312124"/>
            <a:chExt cx="972000" cy="972000"/>
          </a:xfrm>
        </p:grpSpPr>
        <p:sp>
          <p:nvSpPr>
            <p:cNvPr id="7" name="Rectangle 6"/>
            <p:cNvSpPr/>
            <p:nvPr/>
          </p:nvSpPr>
          <p:spPr>
            <a:xfrm>
              <a:off x="4362030" y="2312124"/>
              <a:ext cx="972000" cy="972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51986" y="2402080"/>
              <a:ext cx="792088" cy="7920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809969" y="2691449"/>
            <a:ext cx="972000" cy="972000"/>
            <a:chOff x="3809969" y="2852379"/>
            <a:chExt cx="972000" cy="972000"/>
          </a:xfrm>
        </p:grpSpPr>
        <p:sp>
          <p:nvSpPr>
            <p:cNvPr id="6" name="Rectangle 5"/>
            <p:cNvSpPr/>
            <p:nvPr/>
          </p:nvSpPr>
          <p:spPr>
            <a:xfrm>
              <a:off x="3809969" y="2852379"/>
              <a:ext cx="972000" cy="972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96308" y="2960162"/>
              <a:ext cx="792088" cy="7920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" name="Block Arc 14"/>
          <p:cNvSpPr/>
          <p:nvPr/>
        </p:nvSpPr>
        <p:spPr>
          <a:xfrm rot="16200000">
            <a:off x="5293630" y="1829775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Rectangle 36"/>
          <p:cNvSpPr/>
          <p:nvPr/>
        </p:nvSpPr>
        <p:spPr>
          <a:xfrm>
            <a:off x="4781969" y="2391254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Rectangle 16"/>
          <p:cNvSpPr/>
          <p:nvPr/>
        </p:nvSpPr>
        <p:spPr>
          <a:xfrm rot="2700000">
            <a:off x="4298921" y="2879439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3257908" y="3231705"/>
            <a:ext cx="972000" cy="972000"/>
            <a:chOff x="3257908" y="3392635"/>
            <a:chExt cx="972000" cy="972000"/>
          </a:xfrm>
        </p:grpSpPr>
        <p:sp>
          <p:nvSpPr>
            <p:cNvPr id="4" name="Rectangle 3"/>
            <p:cNvSpPr/>
            <p:nvPr/>
          </p:nvSpPr>
          <p:spPr>
            <a:xfrm>
              <a:off x="3257908" y="3392635"/>
              <a:ext cx="972000" cy="972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347864" y="3482591"/>
              <a:ext cx="792088" cy="7920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Rounded Rectangle 27"/>
          <p:cNvSpPr/>
          <p:nvPr/>
        </p:nvSpPr>
        <p:spPr>
          <a:xfrm>
            <a:off x="3579373" y="3591320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4331008" y="3772026"/>
            <a:ext cx="2592288" cy="863358"/>
            <a:chOff x="803640" y="3362835"/>
            <a:chExt cx="2059657" cy="863358"/>
          </a:xfrm>
        </p:grpSpPr>
        <p:sp>
          <p:nvSpPr>
            <p:cNvPr id="24" name="TextBox 2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565254" y="2812892"/>
            <a:ext cx="2592288" cy="863358"/>
            <a:chOff x="803640" y="3362835"/>
            <a:chExt cx="2059657" cy="863358"/>
          </a:xfrm>
        </p:grpSpPr>
        <p:sp>
          <p:nvSpPr>
            <p:cNvPr id="27" name="TextBox 2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151619" y="2314091"/>
            <a:ext cx="2592288" cy="863358"/>
            <a:chOff x="803640" y="3362835"/>
            <a:chExt cx="2059657" cy="863358"/>
          </a:xfrm>
        </p:grpSpPr>
        <p:sp>
          <p:nvSpPr>
            <p:cNvPr id="30" name="TextBox 29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255742" y="1233581"/>
            <a:ext cx="2592288" cy="863358"/>
            <a:chOff x="803640" y="3362835"/>
            <a:chExt cx="2059657" cy="863358"/>
          </a:xfrm>
        </p:grpSpPr>
        <p:sp>
          <p:nvSpPr>
            <p:cNvPr id="33" name="TextBox 3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Portfolio Presentation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3888" y="1435973"/>
            <a:ext cx="194421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0" r="26680"/>
          <a:stretch>
            <a:fillRect/>
          </a:stretch>
        </p:blipFill>
        <p:spPr/>
      </p:pic>
      <p:pic>
        <p:nvPicPr>
          <p:cNvPr id="8" name="Picture Placeholder 7"/>
          <p:cNvPicPr>
            <a:picLocks noGrp="1" noChangeAspect="1"/>
          </p:cNvPicPr>
          <p:nvPr>
            <p:ph type="pic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57" r="24157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idx="17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" r="8318"/>
          <a:stretch>
            <a:fillRect/>
          </a:stretch>
        </p:blipFill>
        <p:spPr/>
      </p:pic>
      <p:pic>
        <p:nvPicPr>
          <p:cNvPr id="6" name="Picture Placeholder 5"/>
          <p:cNvPicPr>
            <a:picLocks noGrp="1" noChangeAspect="1"/>
          </p:cNvPicPr>
          <p:nvPr>
            <p:ph type="pic" idx="16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4" r="26514"/>
          <a:stretch>
            <a:fillRect/>
          </a:stretch>
        </p:blipFill>
        <p:spPr/>
      </p:pic>
      <p:pic>
        <p:nvPicPr>
          <p:cNvPr id="15" name="Picture Placeholder 14"/>
          <p:cNvPicPr>
            <a:picLocks noGrp="1" noChangeAspect="1"/>
          </p:cNvPicPr>
          <p:nvPr>
            <p:ph type="pic" idx="18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2" r="26662"/>
          <a:stretch>
            <a:fillRect/>
          </a:stretch>
        </p:blipFill>
        <p:spPr/>
      </p:pic>
      <p:pic>
        <p:nvPicPr>
          <p:cNvPr id="19" name="Picture Placeholder 18"/>
          <p:cNvPicPr>
            <a:picLocks noGrp="1" noChangeAspect="1"/>
          </p:cNvPicPr>
          <p:nvPr>
            <p:ph type="pic" idx="2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55" r="29155"/>
          <a:stretch>
            <a:fillRect/>
          </a:stretch>
        </p:blipFill>
        <p:spPr/>
      </p:pic>
      <p:pic>
        <p:nvPicPr>
          <p:cNvPr id="21" name="Picture Placeholder 20"/>
          <p:cNvPicPr>
            <a:picLocks noGrp="1" noChangeAspect="1"/>
          </p:cNvPicPr>
          <p:nvPr>
            <p:ph type="pic" idx="2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5" r="21805"/>
          <a:stretch>
            <a:fillRect/>
          </a:stretch>
        </p:blipFill>
        <p:spPr/>
      </p:pic>
      <p:pic>
        <p:nvPicPr>
          <p:cNvPr id="17" name="Picture Placeholder 16"/>
          <p:cNvPicPr>
            <a:picLocks noGrp="1" noChangeAspect="1"/>
          </p:cNvPicPr>
          <p:nvPr>
            <p:ph type="pic" idx="19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9" r="18739"/>
          <a:stretch>
            <a:fillRect/>
          </a:stretch>
        </p:blipFill>
        <p:spPr/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4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442A3511-473C-4E64-A1C0-162D0E9CCFAC}"/>
              </a:ext>
            </a:extLst>
          </p:cNvPr>
          <p:cNvGrpSpPr/>
          <p:nvPr/>
        </p:nvGrpSpPr>
        <p:grpSpPr>
          <a:xfrm>
            <a:off x="1198766" y="882998"/>
            <a:ext cx="6789574" cy="3960930"/>
            <a:chOff x="635000" y="1382713"/>
            <a:chExt cx="7869238" cy="4572000"/>
          </a:xfrm>
          <a:solidFill>
            <a:schemeClr val="bg1"/>
          </a:solidFill>
        </p:grpSpPr>
        <p:sp>
          <p:nvSpPr>
            <p:cNvPr id="311" name="Freeform 8">
              <a:extLst>
                <a:ext uri="{FF2B5EF4-FFF2-40B4-BE49-F238E27FC236}">
                  <a16:creationId xmlns:a16="http://schemas.microsoft.com/office/drawing/2014/main" id="{186557A1-9B3F-4230-99A1-1C21B60D3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3" y="3267075"/>
              <a:ext cx="7478713" cy="2654300"/>
            </a:xfrm>
            <a:custGeom>
              <a:avLst/>
              <a:gdLst>
                <a:gd name="T0" fmla="*/ 1383 w 4711"/>
                <a:gd name="T1" fmla="*/ 1616 h 1672"/>
                <a:gd name="T2" fmla="*/ 4289 w 4711"/>
                <a:gd name="T3" fmla="*/ 1370 h 1672"/>
                <a:gd name="T4" fmla="*/ 4547 w 4711"/>
                <a:gd name="T5" fmla="*/ 1482 h 1672"/>
                <a:gd name="T6" fmla="*/ 4645 w 4711"/>
                <a:gd name="T7" fmla="*/ 1305 h 1672"/>
                <a:gd name="T8" fmla="*/ 4596 w 4711"/>
                <a:gd name="T9" fmla="*/ 1330 h 1672"/>
                <a:gd name="T10" fmla="*/ 4699 w 4711"/>
                <a:gd name="T11" fmla="*/ 1014 h 1672"/>
                <a:gd name="T12" fmla="*/ 2870 w 4711"/>
                <a:gd name="T13" fmla="*/ 1134 h 1672"/>
                <a:gd name="T14" fmla="*/ 4455 w 4711"/>
                <a:gd name="T15" fmla="*/ 918 h 1672"/>
                <a:gd name="T16" fmla="*/ 4359 w 4711"/>
                <a:gd name="T17" fmla="*/ 1140 h 1672"/>
                <a:gd name="T18" fmla="*/ 4144 w 4711"/>
                <a:gd name="T19" fmla="*/ 1286 h 1672"/>
                <a:gd name="T20" fmla="*/ 3936 w 4711"/>
                <a:gd name="T21" fmla="*/ 1271 h 1672"/>
                <a:gd name="T22" fmla="*/ 3802 w 4711"/>
                <a:gd name="T23" fmla="*/ 1080 h 1672"/>
                <a:gd name="T24" fmla="*/ 4059 w 4711"/>
                <a:gd name="T25" fmla="*/ 932 h 1672"/>
                <a:gd name="T26" fmla="*/ 4430 w 4711"/>
                <a:gd name="T27" fmla="*/ 909 h 1672"/>
                <a:gd name="T28" fmla="*/ 3982 w 4711"/>
                <a:gd name="T29" fmla="*/ 883 h 1672"/>
                <a:gd name="T30" fmla="*/ 3891 w 4711"/>
                <a:gd name="T31" fmla="*/ 883 h 1672"/>
                <a:gd name="T32" fmla="*/ 4388 w 4711"/>
                <a:gd name="T33" fmla="*/ 864 h 1672"/>
                <a:gd name="T34" fmla="*/ 4362 w 4711"/>
                <a:gd name="T35" fmla="*/ 825 h 1672"/>
                <a:gd name="T36" fmla="*/ 3994 w 4711"/>
                <a:gd name="T37" fmla="*/ 817 h 1672"/>
                <a:gd name="T38" fmla="*/ 4270 w 4711"/>
                <a:gd name="T39" fmla="*/ 855 h 1672"/>
                <a:gd name="T40" fmla="*/ 4132 w 4711"/>
                <a:gd name="T41" fmla="*/ 887 h 1672"/>
                <a:gd name="T42" fmla="*/ 1563 w 4711"/>
                <a:gd name="T43" fmla="*/ 787 h 1672"/>
                <a:gd name="T44" fmla="*/ 3886 w 4711"/>
                <a:gd name="T45" fmla="*/ 778 h 1672"/>
                <a:gd name="T46" fmla="*/ 3870 w 4711"/>
                <a:gd name="T47" fmla="*/ 845 h 1672"/>
                <a:gd name="T48" fmla="*/ 3987 w 4711"/>
                <a:gd name="T49" fmla="*/ 764 h 1672"/>
                <a:gd name="T50" fmla="*/ 3821 w 4711"/>
                <a:gd name="T51" fmla="*/ 885 h 1672"/>
                <a:gd name="T52" fmla="*/ 3860 w 4711"/>
                <a:gd name="T53" fmla="*/ 710 h 1672"/>
                <a:gd name="T54" fmla="*/ 3786 w 4711"/>
                <a:gd name="T55" fmla="*/ 726 h 1672"/>
                <a:gd name="T56" fmla="*/ 3331 w 4711"/>
                <a:gd name="T57" fmla="*/ 700 h 1672"/>
                <a:gd name="T58" fmla="*/ 3957 w 4711"/>
                <a:gd name="T59" fmla="*/ 677 h 1672"/>
                <a:gd name="T60" fmla="*/ 1245 w 4711"/>
                <a:gd name="T61" fmla="*/ 637 h 1672"/>
                <a:gd name="T62" fmla="*/ 1351 w 4711"/>
                <a:gd name="T63" fmla="*/ 529 h 1672"/>
                <a:gd name="T64" fmla="*/ 3942 w 4711"/>
                <a:gd name="T65" fmla="*/ 620 h 1672"/>
                <a:gd name="T66" fmla="*/ 3942 w 4711"/>
                <a:gd name="T67" fmla="*/ 602 h 1672"/>
                <a:gd name="T68" fmla="*/ 1173 w 4711"/>
                <a:gd name="T69" fmla="*/ 511 h 1672"/>
                <a:gd name="T70" fmla="*/ 1255 w 4711"/>
                <a:gd name="T71" fmla="*/ 515 h 1672"/>
                <a:gd name="T72" fmla="*/ 96 w 4711"/>
                <a:gd name="T73" fmla="*/ 454 h 1672"/>
                <a:gd name="T74" fmla="*/ 1088 w 4711"/>
                <a:gd name="T75" fmla="*/ 445 h 1672"/>
                <a:gd name="T76" fmla="*/ 1166 w 4711"/>
                <a:gd name="T77" fmla="*/ 429 h 1672"/>
                <a:gd name="T78" fmla="*/ 1149 w 4711"/>
                <a:gd name="T79" fmla="*/ 400 h 1672"/>
                <a:gd name="T80" fmla="*/ 2694 w 4711"/>
                <a:gd name="T81" fmla="*/ 262 h 1672"/>
                <a:gd name="T82" fmla="*/ 2256 w 4711"/>
                <a:gd name="T83" fmla="*/ 181 h 1672"/>
                <a:gd name="T84" fmla="*/ 2353 w 4711"/>
                <a:gd name="T85" fmla="*/ 119 h 1672"/>
                <a:gd name="T86" fmla="*/ 4183 w 4711"/>
                <a:gd name="T87" fmla="*/ 162 h 1672"/>
                <a:gd name="T88" fmla="*/ 4046 w 4711"/>
                <a:gd name="T89" fmla="*/ 288 h 1672"/>
                <a:gd name="T90" fmla="*/ 4128 w 4711"/>
                <a:gd name="T91" fmla="*/ 225 h 1672"/>
                <a:gd name="T92" fmla="*/ 2400 w 4711"/>
                <a:gd name="T93" fmla="*/ 78 h 1672"/>
                <a:gd name="T94" fmla="*/ 2425 w 4711"/>
                <a:gd name="T95" fmla="*/ 227 h 1672"/>
                <a:gd name="T96" fmla="*/ 2247 w 4711"/>
                <a:gd name="T97" fmla="*/ 148 h 1672"/>
                <a:gd name="T98" fmla="*/ 2167 w 4711"/>
                <a:gd name="T99" fmla="*/ 232 h 1672"/>
                <a:gd name="T100" fmla="*/ 2489 w 4711"/>
                <a:gd name="T101" fmla="*/ 332 h 1672"/>
                <a:gd name="T102" fmla="*/ 2720 w 4711"/>
                <a:gd name="T103" fmla="*/ 234 h 1672"/>
                <a:gd name="T104" fmla="*/ 2577 w 4711"/>
                <a:gd name="T105" fmla="*/ 157 h 1672"/>
                <a:gd name="T106" fmla="*/ 2533 w 4711"/>
                <a:gd name="T107" fmla="*/ 232 h 1672"/>
                <a:gd name="T108" fmla="*/ 1210 w 4711"/>
                <a:gd name="T109" fmla="*/ 78 h 1672"/>
                <a:gd name="T110" fmla="*/ 2798 w 4711"/>
                <a:gd name="T111" fmla="*/ 145 h 1672"/>
                <a:gd name="T112" fmla="*/ 2903 w 4711"/>
                <a:gd name="T113" fmla="*/ 147 h 1672"/>
                <a:gd name="T114" fmla="*/ 2943 w 4711"/>
                <a:gd name="T115" fmla="*/ 127 h 1672"/>
                <a:gd name="T116" fmla="*/ 1393 w 4711"/>
                <a:gd name="T117" fmla="*/ 66 h 1672"/>
                <a:gd name="T118" fmla="*/ 1028 w 4711"/>
                <a:gd name="T119" fmla="*/ 126 h 1672"/>
                <a:gd name="T120" fmla="*/ 1194 w 4711"/>
                <a:gd name="T121" fmla="*/ 89 h 1672"/>
                <a:gd name="T122" fmla="*/ 1076 w 4711"/>
                <a:gd name="T123" fmla="*/ 54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2" name="Freeform 9">
              <a:extLst>
                <a:ext uri="{FF2B5EF4-FFF2-40B4-BE49-F238E27FC236}">
                  <a16:creationId xmlns:a16="http://schemas.microsoft.com/office/drawing/2014/main" id="{26EFD36D-B257-4B96-83ED-86A760A894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000" y="2108200"/>
              <a:ext cx="7697788" cy="3846513"/>
            </a:xfrm>
            <a:custGeom>
              <a:avLst/>
              <a:gdLst>
                <a:gd name="T0" fmla="*/ 1599 w 4849"/>
                <a:gd name="T1" fmla="*/ 786 h 2423"/>
                <a:gd name="T2" fmla="*/ 1536 w 4849"/>
                <a:gd name="T3" fmla="*/ 779 h 2423"/>
                <a:gd name="T4" fmla="*/ 529 w 4849"/>
                <a:gd name="T5" fmla="*/ 651 h 2423"/>
                <a:gd name="T6" fmla="*/ 4301 w 4849"/>
                <a:gd name="T7" fmla="*/ 791 h 2423"/>
                <a:gd name="T8" fmla="*/ 2510 w 4849"/>
                <a:gd name="T9" fmla="*/ 575 h 2423"/>
                <a:gd name="T10" fmla="*/ 2579 w 4849"/>
                <a:gd name="T11" fmla="*/ 552 h 2423"/>
                <a:gd name="T12" fmla="*/ 2649 w 4849"/>
                <a:gd name="T13" fmla="*/ 522 h 2423"/>
                <a:gd name="T14" fmla="*/ 2347 w 4849"/>
                <a:gd name="T15" fmla="*/ 611 h 2423"/>
                <a:gd name="T16" fmla="*/ 2304 w 4849"/>
                <a:gd name="T17" fmla="*/ 615 h 2423"/>
                <a:gd name="T18" fmla="*/ 2269 w 4849"/>
                <a:gd name="T19" fmla="*/ 580 h 2423"/>
                <a:gd name="T20" fmla="*/ 1234 w 4849"/>
                <a:gd name="T21" fmla="*/ 424 h 2423"/>
                <a:gd name="T22" fmla="*/ 1297 w 4849"/>
                <a:gd name="T23" fmla="*/ 367 h 2423"/>
                <a:gd name="T24" fmla="*/ 1178 w 4849"/>
                <a:gd name="T25" fmla="*/ 307 h 2423"/>
                <a:gd name="T26" fmla="*/ 1171 w 4849"/>
                <a:gd name="T27" fmla="*/ 369 h 2423"/>
                <a:gd name="T28" fmla="*/ 2044 w 4849"/>
                <a:gd name="T29" fmla="*/ 365 h 2423"/>
                <a:gd name="T30" fmla="*/ 2082 w 4849"/>
                <a:gd name="T31" fmla="*/ 288 h 2423"/>
                <a:gd name="T32" fmla="*/ 1297 w 4849"/>
                <a:gd name="T33" fmla="*/ 215 h 2423"/>
                <a:gd name="T34" fmla="*/ 2979 w 4849"/>
                <a:gd name="T35" fmla="*/ 177 h 2423"/>
                <a:gd name="T36" fmla="*/ 4833 w 4849"/>
                <a:gd name="T37" fmla="*/ 109 h 2423"/>
                <a:gd name="T38" fmla="*/ 1082 w 4849"/>
                <a:gd name="T39" fmla="*/ 131 h 2423"/>
                <a:gd name="T40" fmla="*/ 1167 w 4849"/>
                <a:gd name="T41" fmla="*/ 154 h 2423"/>
                <a:gd name="T42" fmla="*/ 1197 w 4849"/>
                <a:gd name="T43" fmla="*/ 273 h 2423"/>
                <a:gd name="T44" fmla="*/ 1078 w 4849"/>
                <a:gd name="T45" fmla="*/ 379 h 2423"/>
                <a:gd name="T46" fmla="*/ 1164 w 4849"/>
                <a:gd name="T47" fmla="*/ 582 h 2423"/>
                <a:gd name="T48" fmla="*/ 1281 w 4849"/>
                <a:gd name="T49" fmla="*/ 575 h 2423"/>
                <a:gd name="T50" fmla="*/ 1386 w 4849"/>
                <a:gd name="T51" fmla="*/ 484 h 2423"/>
                <a:gd name="T52" fmla="*/ 1501 w 4849"/>
                <a:gd name="T53" fmla="*/ 564 h 2423"/>
                <a:gd name="T54" fmla="*/ 1396 w 4849"/>
                <a:gd name="T55" fmla="*/ 721 h 2423"/>
                <a:gd name="T56" fmla="*/ 1459 w 4849"/>
                <a:gd name="T57" fmla="*/ 798 h 2423"/>
                <a:gd name="T58" fmla="*/ 1298 w 4849"/>
                <a:gd name="T59" fmla="*/ 955 h 2423"/>
                <a:gd name="T60" fmla="*/ 1124 w 4849"/>
                <a:gd name="T61" fmla="*/ 1077 h 2423"/>
                <a:gd name="T62" fmla="*/ 1085 w 4849"/>
                <a:gd name="T63" fmla="*/ 1234 h 2423"/>
                <a:gd name="T64" fmla="*/ 1194 w 4849"/>
                <a:gd name="T65" fmla="*/ 1320 h 2423"/>
                <a:gd name="T66" fmla="*/ 1361 w 4849"/>
                <a:gd name="T67" fmla="*/ 1344 h 2423"/>
                <a:gd name="T68" fmla="*/ 1616 w 4849"/>
                <a:gd name="T69" fmla="*/ 1421 h 2423"/>
                <a:gd name="T70" fmla="*/ 1866 w 4849"/>
                <a:gd name="T71" fmla="*/ 1604 h 2423"/>
                <a:gd name="T72" fmla="*/ 1647 w 4849"/>
                <a:gd name="T73" fmla="*/ 1966 h 2423"/>
                <a:gd name="T74" fmla="*/ 1496 w 4849"/>
                <a:gd name="T75" fmla="*/ 2105 h 2423"/>
                <a:gd name="T76" fmla="*/ 1431 w 4849"/>
                <a:gd name="T77" fmla="*/ 2215 h 2423"/>
                <a:gd name="T78" fmla="*/ 1396 w 4849"/>
                <a:gd name="T79" fmla="*/ 2371 h 2423"/>
                <a:gd name="T80" fmla="*/ 1302 w 4849"/>
                <a:gd name="T81" fmla="*/ 2315 h 2423"/>
                <a:gd name="T82" fmla="*/ 1270 w 4849"/>
                <a:gd name="T83" fmla="*/ 1667 h 2423"/>
                <a:gd name="T84" fmla="*/ 1269 w 4849"/>
                <a:gd name="T85" fmla="*/ 1400 h 2423"/>
                <a:gd name="T86" fmla="*/ 1056 w 4849"/>
                <a:gd name="T87" fmla="*/ 1288 h 2423"/>
                <a:gd name="T88" fmla="*/ 813 w 4849"/>
                <a:gd name="T89" fmla="*/ 1102 h 2423"/>
                <a:gd name="T90" fmla="*/ 818 w 4849"/>
                <a:gd name="T91" fmla="*/ 1171 h 2423"/>
                <a:gd name="T92" fmla="*/ 642 w 4849"/>
                <a:gd name="T93" fmla="*/ 939 h 2423"/>
                <a:gd name="T94" fmla="*/ 639 w 4849"/>
                <a:gd name="T95" fmla="*/ 739 h 2423"/>
                <a:gd name="T96" fmla="*/ 490 w 4849"/>
                <a:gd name="T97" fmla="*/ 522 h 2423"/>
                <a:gd name="T98" fmla="*/ 141 w 4849"/>
                <a:gd name="T99" fmla="*/ 576 h 2423"/>
                <a:gd name="T100" fmla="*/ 115 w 4849"/>
                <a:gd name="T101" fmla="*/ 482 h 2423"/>
                <a:gd name="T102" fmla="*/ 85 w 4849"/>
                <a:gd name="T103" fmla="*/ 334 h 2423"/>
                <a:gd name="T104" fmla="*/ 110 w 4849"/>
                <a:gd name="T105" fmla="*/ 255 h 2423"/>
                <a:gd name="T106" fmla="*/ 234 w 4849"/>
                <a:gd name="T107" fmla="*/ 107 h 2423"/>
                <a:gd name="T108" fmla="*/ 499 w 4849"/>
                <a:gd name="T109" fmla="*/ 136 h 2423"/>
                <a:gd name="T110" fmla="*/ 632 w 4849"/>
                <a:gd name="T111" fmla="*/ 149 h 2423"/>
                <a:gd name="T112" fmla="*/ 771 w 4849"/>
                <a:gd name="T113" fmla="*/ 218 h 2423"/>
                <a:gd name="T114" fmla="*/ 979 w 4849"/>
                <a:gd name="T115" fmla="*/ 222 h 2423"/>
                <a:gd name="T116" fmla="*/ 918 w 4849"/>
                <a:gd name="T117" fmla="*/ 131 h 2423"/>
                <a:gd name="T118" fmla="*/ 733 w 4849"/>
                <a:gd name="T119" fmla="*/ 157 h 2423"/>
                <a:gd name="T120" fmla="*/ 776 w 4849"/>
                <a:gd name="T121" fmla="*/ 42 h 2423"/>
                <a:gd name="T122" fmla="*/ 902 w 4849"/>
                <a:gd name="T123" fmla="*/ 28 h 2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3" name="Freeform 10">
              <a:extLst>
                <a:ext uri="{FF2B5EF4-FFF2-40B4-BE49-F238E27FC236}">
                  <a16:creationId xmlns:a16="http://schemas.microsoft.com/office/drawing/2014/main" id="{3E364762-B904-4A35-AC70-0A9705400E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5438" y="1790700"/>
              <a:ext cx="6908800" cy="3509963"/>
            </a:xfrm>
            <a:custGeom>
              <a:avLst/>
              <a:gdLst>
                <a:gd name="T0" fmla="*/ 660 w 4352"/>
                <a:gd name="T1" fmla="*/ 268 h 2211"/>
                <a:gd name="T2" fmla="*/ 761 w 4352"/>
                <a:gd name="T3" fmla="*/ 293 h 2211"/>
                <a:gd name="T4" fmla="*/ 891 w 4352"/>
                <a:gd name="T5" fmla="*/ 513 h 2211"/>
                <a:gd name="T6" fmla="*/ 763 w 4352"/>
                <a:gd name="T7" fmla="*/ 572 h 2211"/>
                <a:gd name="T8" fmla="*/ 541 w 4352"/>
                <a:gd name="T9" fmla="*/ 326 h 2211"/>
                <a:gd name="T10" fmla="*/ 381 w 4352"/>
                <a:gd name="T11" fmla="*/ 211 h 2211"/>
                <a:gd name="T12" fmla="*/ 442 w 4352"/>
                <a:gd name="T13" fmla="*/ 265 h 2211"/>
                <a:gd name="T14" fmla="*/ 20 w 4352"/>
                <a:gd name="T15" fmla="*/ 288 h 2211"/>
                <a:gd name="T16" fmla="*/ 452 w 4352"/>
                <a:gd name="T17" fmla="*/ 157 h 2211"/>
                <a:gd name="T18" fmla="*/ 3751 w 4352"/>
                <a:gd name="T19" fmla="*/ 141 h 2211"/>
                <a:gd name="T20" fmla="*/ 320 w 4352"/>
                <a:gd name="T21" fmla="*/ 123 h 2211"/>
                <a:gd name="T22" fmla="*/ 299 w 4352"/>
                <a:gd name="T23" fmla="*/ 143 h 2211"/>
                <a:gd name="T24" fmla="*/ 163 w 4352"/>
                <a:gd name="T25" fmla="*/ 127 h 2211"/>
                <a:gd name="T26" fmla="*/ 140 w 4352"/>
                <a:gd name="T27" fmla="*/ 101 h 2211"/>
                <a:gd name="T28" fmla="*/ 3675 w 4352"/>
                <a:gd name="T29" fmla="*/ 153 h 2211"/>
                <a:gd name="T30" fmla="*/ 639 w 4352"/>
                <a:gd name="T31" fmla="*/ 162 h 2211"/>
                <a:gd name="T32" fmla="*/ 508 w 4352"/>
                <a:gd name="T33" fmla="*/ 150 h 2211"/>
                <a:gd name="T34" fmla="*/ 404 w 4352"/>
                <a:gd name="T35" fmla="*/ 89 h 2211"/>
                <a:gd name="T36" fmla="*/ 180 w 4352"/>
                <a:gd name="T37" fmla="*/ 82 h 2211"/>
                <a:gd name="T38" fmla="*/ 2683 w 4352"/>
                <a:gd name="T39" fmla="*/ 75 h 2211"/>
                <a:gd name="T40" fmla="*/ 2475 w 4352"/>
                <a:gd name="T41" fmla="*/ 199 h 2211"/>
                <a:gd name="T42" fmla="*/ 407 w 4352"/>
                <a:gd name="T43" fmla="*/ 52 h 2211"/>
                <a:gd name="T44" fmla="*/ 3303 w 4352"/>
                <a:gd name="T45" fmla="*/ 117 h 2211"/>
                <a:gd name="T46" fmla="*/ 3357 w 4352"/>
                <a:gd name="T47" fmla="*/ 195 h 2211"/>
                <a:gd name="T48" fmla="*/ 3540 w 4352"/>
                <a:gd name="T49" fmla="*/ 305 h 2211"/>
                <a:gd name="T50" fmla="*/ 3767 w 4352"/>
                <a:gd name="T51" fmla="*/ 261 h 2211"/>
                <a:gd name="T52" fmla="*/ 4073 w 4352"/>
                <a:gd name="T53" fmla="*/ 364 h 2211"/>
                <a:gd name="T54" fmla="*/ 4312 w 4352"/>
                <a:gd name="T55" fmla="*/ 511 h 2211"/>
                <a:gd name="T56" fmla="*/ 4193 w 4352"/>
                <a:gd name="T57" fmla="*/ 539 h 2211"/>
                <a:gd name="T58" fmla="*/ 4015 w 4352"/>
                <a:gd name="T59" fmla="*/ 677 h 2211"/>
                <a:gd name="T60" fmla="*/ 3874 w 4352"/>
                <a:gd name="T61" fmla="*/ 780 h 2211"/>
                <a:gd name="T62" fmla="*/ 3928 w 4352"/>
                <a:gd name="T63" fmla="*/ 640 h 2211"/>
                <a:gd name="T64" fmla="*/ 3622 w 4352"/>
                <a:gd name="T65" fmla="*/ 768 h 2211"/>
                <a:gd name="T66" fmla="*/ 3591 w 4352"/>
                <a:gd name="T67" fmla="*/ 1045 h 2211"/>
                <a:gd name="T68" fmla="*/ 3456 w 4352"/>
                <a:gd name="T69" fmla="*/ 1122 h 2211"/>
                <a:gd name="T70" fmla="*/ 3402 w 4352"/>
                <a:gd name="T71" fmla="*/ 1218 h 2211"/>
                <a:gd name="T72" fmla="*/ 3245 w 4352"/>
                <a:gd name="T73" fmla="*/ 1413 h 2211"/>
                <a:gd name="T74" fmla="*/ 3168 w 4352"/>
                <a:gd name="T75" fmla="*/ 1686 h 2211"/>
                <a:gd name="T76" fmla="*/ 2987 w 4352"/>
                <a:gd name="T77" fmla="*/ 1387 h 2211"/>
                <a:gd name="T78" fmla="*/ 2720 w 4352"/>
                <a:gd name="T79" fmla="*/ 1406 h 2211"/>
                <a:gd name="T80" fmla="*/ 2434 w 4352"/>
                <a:gd name="T81" fmla="*/ 1335 h 2211"/>
                <a:gd name="T82" fmla="*/ 2339 w 4352"/>
                <a:gd name="T83" fmla="*/ 1523 h 2211"/>
                <a:gd name="T84" fmla="*/ 2231 w 4352"/>
                <a:gd name="T85" fmla="*/ 1378 h 2211"/>
                <a:gd name="T86" fmla="*/ 2310 w 4352"/>
                <a:gd name="T87" fmla="*/ 1714 h 2211"/>
                <a:gd name="T88" fmla="*/ 2001 w 4352"/>
                <a:gd name="T89" fmla="*/ 2208 h 2211"/>
                <a:gd name="T90" fmla="*/ 1920 w 4352"/>
                <a:gd name="T91" fmla="*/ 1862 h 2211"/>
                <a:gd name="T92" fmla="*/ 1625 w 4352"/>
                <a:gd name="T93" fmla="*/ 1644 h 2211"/>
                <a:gd name="T94" fmla="*/ 1636 w 4352"/>
                <a:gd name="T95" fmla="*/ 1195 h 2211"/>
                <a:gd name="T96" fmla="*/ 1709 w 4352"/>
                <a:gd name="T97" fmla="*/ 1028 h 2211"/>
                <a:gd name="T98" fmla="*/ 1793 w 4352"/>
                <a:gd name="T99" fmla="*/ 865 h 2211"/>
                <a:gd name="T100" fmla="*/ 1973 w 4352"/>
                <a:gd name="T101" fmla="*/ 801 h 2211"/>
                <a:gd name="T102" fmla="*/ 2118 w 4352"/>
                <a:gd name="T103" fmla="*/ 659 h 2211"/>
                <a:gd name="T104" fmla="*/ 1997 w 4352"/>
                <a:gd name="T105" fmla="*/ 686 h 2211"/>
                <a:gd name="T106" fmla="*/ 1831 w 4352"/>
                <a:gd name="T107" fmla="*/ 577 h 2211"/>
                <a:gd name="T108" fmla="*/ 2041 w 4352"/>
                <a:gd name="T109" fmla="*/ 342 h 2211"/>
                <a:gd name="T110" fmla="*/ 2259 w 4352"/>
                <a:gd name="T111" fmla="*/ 391 h 2211"/>
                <a:gd name="T112" fmla="*/ 2278 w 4352"/>
                <a:gd name="T113" fmla="*/ 499 h 2211"/>
                <a:gd name="T114" fmla="*/ 2439 w 4352"/>
                <a:gd name="T115" fmla="*/ 387 h 2211"/>
                <a:gd name="T116" fmla="*/ 2566 w 4352"/>
                <a:gd name="T117" fmla="*/ 382 h 2211"/>
                <a:gd name="T118" fmla="*/ 2667 w 4352"/>
                <a:gd name="T119" fmla="*/ 261 h 2211"/>
                <a:gd name="T120" fmla="*/ 2737 w 4352"/>
                <a:gd name="T121" fmla="*/ 467 h 2211"/>
                <a:gd name="T122" fmla="*/ 2861 w 4352"/>
                <a:gd name="T123" fmla="*/ 275 h 2211"/>
                <a:gd name="T124" fmla="*/ 3161 w 4352"/>
                <a:gd name="T125" fmla="*/ 17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4" name="Freeform 11">
              <a:extLst>
                <a:ext uri="{FF2B5EF4-FFF2-40B4-BE49-F238E27FC236}">
                  <a16:creationId xmlns:a16="http://schemas.microsoft.com/office/drawing/2014/main" id="{0A0E1EFD-DFA2-43D3-86F4-EC15E8D3D9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7088" y="1382713"/>
              <a:ext cx="4552950" cy="1549400"/>
            </a:xfrm>
            <a:custGeom>
              <a:avLst/>
              <a:gdLst>
                <a:gd name="T0" fmla="*/ 0 w 2868"/>
                <a:gd name="T1" fmla="*/ 276 h 976"/>
                <a:gd name="T2" fmla="*/ 1210 w 2868"/>
                <a:gd name="T3" fmla="*/ 237 h 976"/>
                <a:gd name="T4" fmla="*/ 1742 w 2868"/>
                <a:gd name="T5" fmla="*/ 276 h 976"/>
                <a:gd name="T6" fmla="*/ 2863 w 2868"/>
                <a:gd name="T7" fmla="*/ 190 h 976"/>
                <a:gd name="T8" fmla="*/ 2804 w 2868"/>
                <a:gd name="T9" fmla="*/ 223 h 976"/>
                <a:gd name="T10" fmla="*/ 194 w 2868"/>
                <a:gd name="T11" fmla="*/ 279 h 976"/>
                <a:gd name="T12" fmla="*/ 98 w 2868"/>
                <a:gd name="T13" fmla="*/ 202 h 976"/>
                <a:gd name="T14" fmla="*/ 138 w 2868"/>
                <a:gd name="T15" fmla="*/ 150 h 976"/>
                <a:gd name="T16" fmla="*/ 1685 w 2868"/>
                <a:gd name="T17" fmla="*/ 166 h 976"/>
                <a:gd name="T18" fmla="*/ 1631 w 2868"/>
                <a:gd name="T19" fmla="*/ 295 h 976"/>
                <a:gd name="T20" fmla="*/ 1620 w 2868"/>
                <a:gd name="T21" fmla="*/ 218 h 976"/>
                <a:gd name="T22" fmla="*/ 1569 w 2868"/>
                <a:gd name="T23" fmla="*/ 159 h 976"/>
                <a:gd name="T24" fmla="*/ 1632 w 2868"/>
                <a:gd name="T25" fmla="*/ 157 h 976"/>
                <a:gd name="T26" fmla="*/ 2615 w 2868"/>
                <a:gd name="T27" fmla="*/ 120 h 976"/>
                <a:gd name="T28" fmla="*/ 2090 w 2868"/>
                <a:gd name="T29" fmla="*/ 120 h 976"/>
                <a:gd name="T30" fmla="*/ 2739 w 2868"/>
                <a:gd name="T31" fmla="*/ 87 h 976"/>
                <a:gd name="T32" fmla="*/ 2765 w 2868"/>
                <a:gd name="T33" fmla="*/ 195 h 976"/>
                <a:gd name="T34" fmla="*/ 2704 w 2868"/>
                <a:gd name="T35" fmla="*/ 92 h 976"/>
                <a:gd name="T36" fmla="*/ 2158 w 2868"/>
                <a:gd name="T37" fmla="*/ 99 h 976"/>
                <a:gd name="T38" fmla="*/ 1786 w 2868"/>
                <a:gd name="T39" fmla="*/ 89 h 976"/>
                <a:gd name="T40" fmla="*/ 1681 w 2868"/>
                <a:gd name="T41" fmla="*/ 89 h 976"/>
                <a:gd name="T42" fmla="*/ 2186 w 2868"/>
                <a:gd name="T43" fmla="*/ 45 h 976"/>
                <a:gd name="T44" fmla="*/ 596 w 2868"/>
                <a:gd name="T45" fmla="*/ 92 h 976"/>
                <a:gd name="T46" fmla="*/ 384 w 2868"/>
                <a:gd name="T47" fmla="*/ 253 h 976"/>
                <a:gd name="T48" fmla="*/ 330 w 2868"/>
                <a:gd name="T49" fmla="*/ 316 h 976"/>
                <a:gd name="T50" fmla="*/ 321 w 2868"/>
                <a:gd name="T51" fmla="*/ 361 h 976"/>
                <a:gd name="T52" fmla="*/ 205 w 2868"/>
                <a:gd name="T53" fmla="*/ 335 h 976"/>
                <a:gd name="T54" fmla="*/ 253 w 2868"/>
                <a:gd name="T55" fmla="*/ 248 h 976"/>
                <a:gd name="T56" fmla="*/ 304 w 2868"/>
                <a:gd name="T57" fmla="*/ 197 h 976"/>
                <a:gd name="T58" fmla="*/ 311 w 2868"/>
                <a:gd name="T59" fmla="*/ 188 h 976"/>
                <a:gd name="T60" fmla="*/ 192 w 2868"/>
                <a:gd name="T61" fmla="*/ 168 h 976"/>
                <a:gd name="T62" fmla="*/ 161 w 2868"/>
                <a:gd name="T63" fmla="*/ 131 h 976"/>
                <a:gd name="T64" fmla="*/ 253 w 2868"/>
                <a:gd name="T65" fmla="*/ 92 h 976"/>
                <a:gd name="T66" fmla="*/ 323 w 2868"/>
                <a:gd name="T67" fmla="*/ 77 h 976"/>
                <a:gd name="T68" fmla="*/ 2107 w 2868"/>
                <a:gd name="T69" fmla="*/ 80 h 976"/>
                <a:gd name="T70" fmla="*/ 2090 w 2868"/>
                <a:gd name="T71" fmla="*/ 59 h 976"/>
                <a:gd name="T72" fmla="*/ 2147 w 2868"/>
                <a:gd name="T73" fmla="*/ 30 h 976"/>
                <a:gd name="T74" fmla="*/ 1048 w 2868"/>
                <a:gd name="T75" fmla="*/ 73 h 976"/>
                <a:gd name="T76" fmla="*/ 1076 w 2868"/>
                <a:gd name="T77" fmla="*/ 131 h 976"/>
                <a:gd name="T78" fmla="*/ 1294 w 2868"/>
                <a:gd name="T79" fmla="*/ 147 h 976"/>
                <a:gd name="T80" fmla="*/ 1196 w 2868"/>
                <a:gd name="T81" fmla="*/ 243 h 976"/>
                <a:gd name="T82" fmla="*/ 1224 w 2868"/>
                <a:gd name="T83" fmla="*/ 353 h 976"/>
                <a:gd name="T84" fmla="*/ 1198 w 2868"/>
                <a:gd name="T85" fmla="*/ 415 h 976"/>
                <a:gd name="T86" fmla="*/ 1192 w 2868"/>
                <a:gd name="T87" fmla="*/ 490 h 976"/>
                <a:gd name="T88" fmla="*/ 1140 w 2868"/>
                <a:gd name="T89" fmla="*/ 538 h 976"/>
                <a:gd name="T90" fmla="*/ 1091 w 2868"/>
                <a:gd name="T91" fmla="*/ 602 h 976"/>
                <a:gd name="T92" fmla="*/ 1048 w 2868"/>
                <a:gd name="T93" fmla="*/ 696 h 976"/>
                <a:gd name="T94" fmla="*/ 911 w 2868"/>
                <a:gd name="T95" fmla="*/ 784 h 976"/>
                <a:gd name="T96" fmla="*/ 861 w 2868"/>
                <a:gd name="T97" fmla="*/ 932 h 976"/>
                <a:gd name="T98" fmla="*/ 740 w 2868"/>
                <a:gd name="T99" fmla="*/ 862 h 976"/>
                <a:gd name="T100" fmla="*/ 714 w 2868"/>
                <a:gd name="T101" fmla="*/ 806 h 976"/>
                <a:gd name="T102" fmla="*/ 718 w 2868"/>
                <a:gd name="T103" fmla="*/ 641 h 976"/>
                <a:gd name="T104" fmla="*/ 672 w 2868"/>
                <a:gd name="T105" fmla="*/ 576 h 976"/>
                <a:gd name="T106" fmla="*/ 466 w 2868"/>
                <a:gd name="T107" fmla="*/ 374 h 976"/>
                <a:gd name="T108" fmla="*/ 447 w 2868"/>
                <a:gd name="T109" fmla="*/ 290 h 976"/>
                <a:gd name="T110" fmla="*/ 592 w 2868"/>
                <a:gd name="T111" fmla="*/ 140 h 976"/>
                <a:gd name="T112" fmla="*/ 711 w 2868"/>
                <a:gd name="T113" fmla="*/ 112 h 976"/>
                <a:gd name="T114" fmla="*/ 833 w 2868"/>
                <a:gd name="T115" fmla="*/ 80 h 976"/>
                <a:gd name="T116" fmla="*/ 896 w 2868"/>
                <a:gd name="T117" fmla="*/ 44 h 976"/>
                <a:gd name="T118" fmla="*/ 2706 w 2868"/>
                <a:gd name="T119" fmla="*/ 31 h 976"/>
                <a:gd name="T120" fmla="*/ 2641 w 2868"/>
                <a:gd name="T121" fmla="*/ 80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Worldmap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518" y="2026884"/>
            <a:ext cx="972000" cy="97200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3090478" y="2285046"/>
            <a:ext cx="978408" cy="48463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83846" y="2025556"/>
            <a:ext cx="972000" cy="97200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070806" y="2283718"/>
            <a:ext cx="978408" cy="48463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64174" y="2024228"/>
            <a:ext cx="972000" cy="97200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16818" y="2215372"/>
            <a:ext cx="745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01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97146" y="2220496"/>
            <a:ext cx="745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02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7474" y="2225620"/>
            <a:ext cx="745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03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761425" y="3032340"/>
            <a:ext cx="1656184" cy="1483626"/>
            <a:chOff x="803640" y="3362835"/>
            <a:chExt cx="2059657" cy="1483626"/>
          </a:xfrm>
        </p:grpSpPr>
        <p:sp>
          <p:nvSpPr>
            <p:cNvPr id="27" name="TextBox 26"/>
            <p:cNvSpPr txBox="1"/>
            <p:nvPr/>
          </p:nvSpPr>
          <p:spPr>
            <a:xfrm>
              <a:off x="803640" y="3646132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741754" y="3032340"/>
            <a:ext cx="1656184" cy="1483626"/>
            <a:chOff x="803640" y="3362835"/>
            <a:chExt cx="2059657" cy="1483626"/>
          </a:xfrm>
        </p:grpSpPr>
        <p:sp>
          <p:nvSpPr>
            <p:cNvPr id="30" name="TextBox 29"/>
            <p:cNvSpPr txBox="1"/>
            <p:nvPr/>
          </p:nvSpPr>
          <p:spPr>
            <a:xfrm>
              <a:off x="803640" y="3646132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722083" y="3032340"/>
            <a:ext cx="1656184" cy="1483626"/>
            <a:chOff x="803640" y="3362835"/>
            <a:chExt cx="2059657" cy="1483626"/>
          </a:xfrm>
        </p:grpSpPr>
        <p:sp>
          <p:nvSpPr>
            <p:cNvPr id="33" name="TextBox 32"/>
            <p:cNvSpPr txBox="1"/>
            <p:nvPr/>
          </p:nvSpPr>
          <p:spPr>
            <a:xfrm>
              <a:off x="803640" y="3646132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Table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50321"/>
              </p:ext>
            </p:extLst>
          </p:nvPr>
        </p:nvGraphicFramePr>
        <p:xfrm>
          <a:off x="759069" y="1251304"/>
          <a:ext cx="1820560" cy="3377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779832"/>
              </p:ext>
            </p:extLst>
          </p:nvPr>
        </p:nvGraphicFramePr>
        <p:xfrm>
          <a:off x="2686069" y="1251304"/>
          <a:ext cx="1820560" cy="3377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67861"/>
              </p:ext>
            </p:extLst>
          </p:nvPr>
        </p:nvGraphicFramePr>
        <p:xfrm>
          <a:off x="4613069" y="1251304"/>
          <a:ext cx="1820560" cy="3377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060013"/>
              </p:ext>
            </p:extLst>
          </p:nvPr>
        </p:nvGraphicFramePr>
        <p:xfrm>
          <a:off x="6540069" y="1251304"/>
          <a:ext cx="1820560" cy="3377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PowerPoint 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Block Arc 14"/>
          <p:cNvSpPr/>
          <p:nvPr/>
        </p:nvSpPr>
        <p:spPr>
          <a:xfrm rot="16200000">
            <a:off x="1470624" y="1410288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Rectangle 36"/>
          <p:cNvSpPr/>
          <p:nvPr/>
        </p:nvSpPr>
        <p:spPr>
          <a:xfrm>
            <a:off x="5333329" y="1450141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Rectangle 16"/>
          <p:cNvSpPr/>
          <p:nvPr/>
        </p:nvSpPr>
        <p:spPr>
          <a:xfrm rot="2700000">
            <a:off x="7338069" y="1364371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ounded Rectangle 27"/>
          <p:cNvSpPr/>
          <p:nvPr/>
        </p:nvSpPr>
        <p:spPr>
          <a:xfrm>
            <a:off x="3404203" y="1450719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4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/>
          <p:cNvSpPr>
            <a:spLocks noEditPoints="1"/>
          </p:cNvSpPr>
          <p:nvPr/>
        </p:nvSpPr>
        <p:spPr bwMode="auto">
          <a:xfrm>
            <a:off x="3635896" y="1275606"/>
            <a:ext cx="5328592" cy="3263297"/>
          </a:xfrm>
          <a:custGeom>
            <a:avLst/>
            <a:gdLst>
              <a:gd name="T0" fmla="*/ 3609 w 5720"/>
              <a:gd name="T1" fmla="*/ 2874 h 3503"/>
              <a:gd name="T2" fmla="*/ 5106 w 5720"/>
              <a:gd name="T3" fmla="*/ 1874 h 3503"/>
              <a:gd name="T4" fmla="*/ 5015 w 5720"/>
              <a:gd name="T5" fmla="*/ 1600 h 3503"/>
              <a:gd name="T6" fmla="*/ 5022 w 5720"/>
              <a:gd name="T7" fmla="*/ 1512 h 3503"/>
              <a:gd name="T8" fmla="*/ 4997 w 5720"/>
              <a:gd name="T9" fmla="*/ 1441 h 3503"/>
              <a:gd name="T10" fmla="*/ 3851 w 5720"/>
              <a:gd name="T11" fmla="*/ 701 h 3503"/>
              <a:gd name="T12" fmla="*/ 3740 w 5720"/>
              <a:gd name="T13" fmla="*/ 838 h 3503"/>
              <a:gd name="T14" fmla="*/ 3769 w 5720"/>
              <a:gd name="T15" fmla="*/ 1236 h 3503"/>
              <a:gd name="T16" fmla="*/ 3844 w 5720"/>
              <a:gd name="T17" fmla="*/ 954 h 3503"/>
              <a:gd name="T18" fmla="*/ 298 w 5720"/>
              <a:gd name="T19" fmla="*/ 240 h 3503"/>
              <a:gd name="T20" fmla="*/ 466 w 5720"/>
              <a:gd name="T21" fmla="*/ 185 h 3503"/>
              <a:gd name="T22" fmla="*/ 2104 w 5720"/>
              <a:gd name="T23" fmla="*/ 283 h 3503"/>
              <a:gd name="T24" fmla="*/ 3060 w 5720"/>
              <a:gd name="T25" fmla="*/ 354 h 3503"/>
              <a:gd name="T26" fmla="*/ 3537 w 5720"/>
              <a:gd name="T27" fmla="*/ 438 h 3503"/>
              <a:gd name="T28" fmla="*/ 3411 w 5720"/>
              <a:gd name="T29" fmla="*/ 594 h 3503"/>
              <a:gd name="T30" fmla="*/ 3731 w 5720"/>
              <a:gd name="T31" fmla="*/ 598 h 3503"/>
              <a:gd name="T32" fmla="*/ 4077 w 5720"/>
              <a:gd name="T33" fmla="*/ 643 h 3503"/>
              <a:gd name="T34" fmla="*/ 4128 w 5720"/>
              <a:gd name="T35" fmla="*/ 929 h 3503"/>
              <a:gd name="T36" fmla="*/ 4293 w 5720"/>
              <a:gd name="T37" fmla="*/ 1105 h 3503"/>
              <a:gd name="T38" fmla="*/ 4375 w 5720"/>
              <a:gd name="T39" fmla="*/ 1229 h 3503"/>
              <a:gd name="T40" fmla="*/ 4866 w 5720"/>
              <a:gd name="T41" fmla="*/ 800 h 3503"/>
              <a:gd name="T42" fmla="*/ 5313 w 5720"/>
              <a:gd name="T43" fmla="*/ 440 h 3503"/>
              <a:gd name="T44" fmla="*/ 5424 w 5720"/>
              <a:gd name="T45" fmla="*/ 127 h 3503"/>
              <a:gd name="T46" fmla="*/ 5678 w 5720"/>
              <a:gd name="T47" fmla="*/ 376 h 3503"/>
              <a:gd name="T48" fmla="*/ 5551 w 5720"/>
              <a:gd name="T49" fmla="*/ 600 h 3503"/>
              <a:gd name="T50" fmla="*/ 5446 w 5720"/>
              <a:gd name="T51" fmla="*/ 838 h 3503"/>
              <a:gd name="T52" fmla="*/ 5482 w 5720"/>
              <a:gd name="T53" fmla="*/ 970 h 3503"/>
              <a:gd name="T54" fmla="*/ 5197 w 5720"/>
              <a:gd name="T55" fmla="*/ 1183 h 3503"/>
              <a:gd name="T56" fmla="*/ 5140 w 5720"/>
              <a:gd name="T57" fmla="*/ 1434 h 3503"/>
              <a:gd name="T58" fmla="*/ 5155 w 5720"/>
              <a:gd name="T59" fmla="*/ 1538 h 3503"/>
              <a:gd name="T60" fmla="*/ 5073 w 5720"/>
              <a:gd name="T61" fmla="*/ 1600 h 3503"/>
              <a:gd name="T62" fmla="*/ 5064 w 5720"/>
              <a:gd name="T63" fmla="*/ 1701 h 3503"/>
              <a:gd name="T64" fmla="*/ 5133 w 5720"/>
              <a:gd name="T65" fmla="*/ 1976 h 3503"/>
              <a:gd name="T66" fmla="*/ 5048 w 5720"/>
              <a:gd name="T67" fmla="*/ 2083 h 3503"/>
              <a:gd name="T68" fmla="*/ 4797 w 5720"/>
              <a:gd name="T69" fmla="*/ 2347 h 3503"/>
              <a:gd name="T70" fmla="*/ 4669 w 5720"/>
              <a:gd name="T71" fmla="*/ 2505 h 3503"/>
              <a:gd name="T72" fmla="*/ 4768 w 5720"/>
              <a:gd name="T73" fmla="*/ 2923 h 3503"/>
              <a:gd name="T74" fmla="*/ 4909 w 5720"/>
              <a:gd name="T75" fmla="*/ 3414 h 3503"/>
              <a:gd name="T76" fmla="*/ 4702 w 5720"/>
              <a:gd name="T77" fmla="*/ 3350 h 3503"/>
              <a:gd name="T78" fmla="*/ 4549 w 5720"/>
              <a:gd name="T79" fmla="*/ 3112 h 3503"/>
              <a:gd name="T80" fmla="*/ 4197 w 5720"/>
              <a:gd name="T81" fmla="*/ 2905 h 3503"/>
              <a:gd name="T82" fmla="*/ 3875 w 5720"/>
              <a:gd name="T83" fmla="*/ 2863 h 3503"/>
              <a:gd name="T84" fmla="*/ 3706 w 5720"/>
              <a:gd name="T85" fmla="*/ 2885 h 3503"/>
              <a:gd name="T86" fmla="*/ 3713 w 5720"/>
              <a:gd name="T87" fmla="*/ 2952 h 3503"/>
              <a:gd name="T88" fmla="*/ 3733 w 5720"/>
              <a:gd name="T89" fmla="*/ 3043 h 3503"/>
              <a:gd name="T90" fmla="*/ 3582 w 5720"/>
              <a:gd name="T91" fmla="*/ 3038 h 3503"/>
              <a:gd name="T92" fmla="*/ 3326 w 5720"/>
              <a:gd name="T93" fmla="*/ 2989 h 3503"/>
              <a:gd name="T94" fmla="*/ 2886 w 5720"/>
              <a:gd name="T95" fmla="*/ 3140 h 3503"/>
              <a:gd name="T96" fmla="*/ 2855 w 5720"/>
              <a:gd name="T97" fmla="*/ 3160 h 3503"/>
              <a:gd name="T98" fmla="*/ 2758 w 5720"/>
              <a:gd name="T99" fmla="*/ 3334 h 3503"/>
              <a:gd name="T100" fmla="*/ 2657 w 5720"/>
              <a:gd name="T101" fmla="*/ 3458 h 3503"/>
              <a:gd name="T102" fmla="*/ 2264 w 5720"/>
              <a:gd name="T103" fmla="*/ 2936 h 3503"/>
              <a:gd name="T104" fmla="*/ 1884 w 5720"/>
              <a:gd name="T105" fmla="*/ 2901 h 3503"/>
              <a:gd name="T106" fmla="*/ 1378 w 5720"/>
              <a:gd name="T107" fmla="*/ 2652 h 3503"/>
              <a:gd name="T108" fmla="*/ 577 w 5720"/>
              <a:gd name="T109" fmla="*/ 2358 h 3503"/>
              <a:gd name="T110" fmla="*/ 344 w 5720"/>
              <a:gd name="T111" fmla="*/ 2047 h 3503"/>
              <a:gd name="T112" fmla="*/ 111 w 5720"/>
              <a:gd name="T113" fmla="*/ 1700 h 3503"/>
              <a:gd name="T114" fmla="*/ 84 w 5720"/>
              <a:gd name="T115" fmla="*/ 1530 h 3503"/>
              <a:gd name="T116" fmla="*/ 31 w 5720"/>
              <a:gd name="T117" fmla="*/ 1225 h 3503"/>
              <a:gd name="T118" fmla="*/ 98 w 5720"/>
              <a:gd name="T119" fmla="*/ 841 h 3503"/>
              <a:gd name="T120" fmla="*/ 280 w 5720"/>
              <a:gd name="T121" fmla="*/ 278 h 3503"/>
              <a:gd name="T122" fmla="*/ 433 w 5720"/>
              <a:gd name="T123" fmla="*/ 107 h 3503"/>
              <a:gd name="T124" fmla="*/ 466 w 5720"/>
              <a:gd name="T125" fmla="*/ 92 h 3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720" h="3503">
                <a:moveTo>
                  <a:pt x="3058" y="2983"/>
                </a:moveTo>
                <a:lnTo>
                  <a:pt x="3055" y="2989"/>
                </a:lnTo>
                <a:lnTo>
                  <a:pt x="3049" y="2992"/>
                </a:lnTo>
                <a:lnTo>
                  <a:pt x="3046" y="2996"/>
                </a:lnTo>
                <a:lnTo>
                  <a:pt x="3044" y="2998"/>
                </a:lnTo>
                <a:lnTo>
                  <a:pt x="3040" y="3000"/>
                </a:lnTo>
                <a:lnTo>
                  <a:pt x="3038" y="3003"/>
                </a:lnTo>
                <a:lnTo>
                  <a:pt x="3044" y="3009"/>
                </a:lnTo>
                <a:lnTo>
                  <a:pt x="3048" y="3016"/>
                </a:lnTo>
                <a:lnTo>
                  <a:pt x="3049" y="3023"/>
                </a:lnTo>
                <a:lnTo>
                  <a:pt x="3062" y="3020"/>
                </a:lnTo>
                <a:lnTo>
                  <a:pt x="3058" y="3009"/>
                </a:lnTo>
                <a:lnTo>
                  <a:pt x="3057" y="2998"/>
                </a:lnTo>
                <a:lnTo>
                  <a:pt x="3058" y="2989"/>
                </a:lnTo>
                <a:lnTo>
                  <a:pt x="3058" y="2983"/>
                </a:lnTo>
                <a:close/>
                <a:moveTo>
                  <a:pt x="4769" y="2972"/>
                </a:moveTo>
                <a:lnTo>
                  <a:pt x="4769" y="2976"/>
                </a:lnTo>
                <a:lnTo>
                  <a:pt x="4775" y="2981"/>
                </a:lnTo>
                <a:lnTo>
                  <a:pt x="4777" y="2987"/>
                </a:lnTo>
                <a:lnTo>
                  <a:pt x="4782" y="2992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6" y="2996"/>
                </a:lnTo>
                <a:lnTo>
                  <a:pt x="4786" y="2972"/>
                </a:lnTo>
                <a:lnTo>
                  <a:pt x="4769" y="2972"/>
                </a:lnTo>
                <a:close/>
                <a:moveTo>
                  <a:pt x="3617" y="2861"/>
                </a:moveTo>
                <a:lnTo>
                  <a:pt x="3613" y="2869"/>
                </a:lnTo>
                <a:lnTo>
                  <a:pt x="3609" y="2874"/>
                </a:lnTo>
                <a:lnTo>
                  <a:pt x="3604" y="2880"/>
                </a:lnTo>
                <a:lnTo>
                  <a:pt x="3597" y="2885"/>
                </a:lnTo>
                <a:lnTo>
                  <a:pt x="3597" y="2889"/>
                </a:lnTo>
                <a:lnTo>
                  <a:pt x="3637" y="2889"/>
                </a:lnTo>
                <a:lnTo>
                  <a:pt x="3640" y="2887"/>
                </a:lnTo>
                <a:lnTo>
                  <a:pt x="3642" y="2885"/>
                </a:lnTo>
                <a:lnTo>
                  <a:pt x="3648" y="2885"/>
                </a:lnTo>
                <a:lnTo>
                  <a:pt x="3653" y="2885"/>
                </a:lnTo>
                <a:lnTo>
                  <a:pt x="3655" y="2881"/>
                </a:lnTo>
                <a:lnTo>
                  <a:pt x="3657" y="2880"/>
                </a:lnTo>
                <a:lnTo>
                  <a:pt x="3658" y="2880"/>
                </a:lnTo>
                <a:lnTo>
                  <a:pt x="3660" y="2876"/>
                </a:lnTo>
                <a:lnTo>
                  <a:pt x="3660" y="2872"/>
                </a:lnTo>
                <a:lnTo>
                  <a:pt x="3648" y="2870"/>
                </a:lnTo>
                <a:lnTo>
                  <a:pt x="3638" y="2867"/>
                </a:lnTo>
                <a:lnTo>
                  <a:pt x="3629" y="2863"/>
                </a:lnTo>
                <a:lnTo>
                  <a:pt x="3617" y="2861"/>
                </a:lnTo>
                <a:close/>
                <a:moveTo>
                  <a:pt x="3875" y="2803"/>
                </a:moveTo>
                <a:lnTo>
                  <a:pt x="3875" y="2807"/>
                </a:lnTo>
                <a:lnTo>
                  <a:pt x="3875" y="2809"/>
                </a:lnTo>
                <a:lnTo>
                  <a:pt x="3877" y="2810"/>
                </a:lnTo>
                <a:lnTo>
                  <a:pt x="3877" y="2812"/>
                </a:lnTo>
                <a:lnTo>
                  <a:pt x="3878" y="2814"/>
                </a:lnTo>
                <a:lnTo>
                  <a:pt x="3878" y="2803"/>
                </a:lnTo>
                <a:lnTo>
                  <a:pt x="3875" y="2803"/>
                </a:lnTo>
                <a:close/>
                <a:moveTo>
                  <a:pt x="5124" y="1856"/>
                </a:moveTo>
                <a:lnTo>
                  <a:pt x="5120" y="1861"/>
                </a:lnTo>
                <a:lnTo>
                  <a:pt x="5118" y="1867"/>
                </a:lnTo>
                <a:lnTo>
                  <a:pt x="5115" y="1870"/>
                </a:lnTo>
                <a:lnTo>
                  <a:pt x="5111" y="1872"/>
                </a:lnTo>
                <a:lnTo>
                  <a:pt x="5106" y="1874"/>
                </a:lnTo>
                <a:lnTo>
                  <a:pt x="5100" y="1876"/>
                </a:lnTo>
                <a:lnTo>
                  <a:pt x="5095" y="1880"/>
                </a:lnTo>
                <a:lnTo>
                  <a:pt x="5095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8" y="1883"/>
                </a:lnTo>
                <a:lnTo>
                  <a:pt x="5098" y="1887"/>
                </a:lnTo>
                <a:lnTo>
                  <a:pt x="5109" y="1880"/>
                </a:lnTo>
                <a:lnTo>
                  <a:pt x="5120" y="1874"/>
                </a:lnTo>
                <a:lnTo>
                  <a:pt x="5135" y="1870"/>
                </a:lnTo>
                <a:lnTo>
                  <a:pt x="5137" y="1874"/>
                </a:lnTo>
                <a:lnTo>
                  <a:pt x="5138" y="1878"/>
                </a:lnTo>
                <a:lnTo>
                  <a:pt x="5140" y="1878"/>
                </a:lnTo>
                <a:lnTo>
                  <a:pt x="5140" y="1880"/>
                </a:lnTo>
                <a:lnTo>
                  <a:pt x="5144" y="1881"/>
                </a:lnTo>
                <a:lnTo>
                  <a:pt x="5148" y="1883"/>
                </a:lnTo>
                <a:lnTo>
                  <a:pt x="5148" y="1870"/>
                </a:lnTo>
                <a:lnTo>
                  <a:pt x="5153" y="1872"/>
                </a:lnTo>
                <a:lnTo>
                  <a:pt x="5157" y="1872"/>
                </a:lnTo>
                <a:lnTo>
                  <a:pt x="5160" y="1874"/>
                </a:lnTo>
                <a:lnTo>
                  <a:pt x="5164" y="1876"/>
                </a:lnTo>
                <a:lnTo>
                  <a:pt x="5160" y="1863"/>
                </a:lnTo>
                <a:lnTo>
                  <a:pt x="5148" y="1863"/>
                </a:lnTo>
                <a:lnTo>
                  <a:pt x="5137" y="1860"/>
                </a:lnTo>
                <a:lnTo>
                  <a:pt x="5124" y="1856"/>
                </a:lnTo>
                <a:close/>
                <a:moveTo>
                  <a:pt x="5011" y="1594"/>
                </a:moveTo>
                <a:lnTo>
                  <a:pt x="5011" y="1596"/>
                </a:lnTo>
                <a:lnTo>
                  <a:pt x="5013" y="1598"/>
                </a:lnTo>
                <a:lnTo>
                  <a:pt x="5015" y="1600"/>
                </a:lnTo>
                <a:lnTo>
                  <a:pt x="5017" y="1600"/>
                </a:lnTo>
                <a:lnTo>
                  <a:pt x="5020" y="1601"/>
                </a:lnTo>
                <a:lnTo>
                  <a:pt x="5020" y="1600"/>
                </a:lnTo>
                <a:lnTo>
                  <a:pt x="5018" y="1598"/>
                </a:lnTo>
                <a:lnTo>
                  <a:pt x="5015" y="1596"/>
                </a:lnTo>
                <a:lnTo>
                  <a:pt x="5013" y="1594"/>
                </a:lnTo>
                <a:lnTo>
                  <a:pt x="5011" y="1594"/>
                </a:lnTo>
                <a:close/>
                <a:moveTo>
                  <a:pt x="120" y="1520"/>
                </a:moveTo>
                <a:lnTo>
                  <a:pt x="120" y="1523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9"/>
                </a:lnTo>
                <a:lnTo>
                  <a:pt x="120" y="1530"/>
                </a:lnTo>
                <a:lnTo>
                  <a:pt x="122" y="1534"/>
                </a:lnTo>
                <a:lnTo>
                  <a:pt x="124" y="1536"/>
                </a:lnTo>
                <a:lnTo>
                  <a:pt x="126" y="1538"/>
                </a:lnTo>
                <a:lnTo>
                  <a:pt x="128" y="1540"/>
                </a:lnTo>
                <a:lnTo>
                  <a:pt x="128" y="1534"/>
                </a:lnTo>
                <a:lnTo>
                  <a:pt x="126" y="1530"/>
                </a:lnTo>
                <a:lnTo>
                  <a:pt x="126" y="1527"/>
                </a:lnTo>
                <a:lnTo>
                  <a:pt x="126" y="1525"/>
                </a:lnTo>
                <a:lnTo>
                  <a:pt x="124" y="1523"/>
                </a:lnTo>
                <a:lnTo>
                  <a:pt x="120" y="1520"/>
                </a:lnTo>
                <a:close/>
                <a:moveTo>
                  <a:pt x="5017" y="1509"/>
                </a:moveTo>
                <a:lnTo>
                  <a:pt x="5018" y="1510"/>
                </a:lnTo>
                <a:lnTo>
                  <a:pt x="5018" y="1510"/>
                </a:lnTo>
                <a:lnTo>
                  <a:pt x="5020" y="1512"/>
                </a:lnTo>
                <a:lnTo>
                  <a:pt x="5020" y="1512"/>
                </a:lnTo>
                <a:lnTo>
                  <a:pt x="5024" y="1512"/>
                </a:lnTo>
                <a:lnTo>
                  <a:pt x="5022" y="1512"/>
                </a:lnTo>
                <a:lnTo>
                  <a:pt x="5022" y="1510"/>
                </a:lnTo>
                <a:lnTo>
                  <a:pt x="5020" y="1510"/>
                </a:lnTo>
                <a:lnTo>
                  <a:pt x="5018" y="1510"/>
                </a:lnTo>
                <a:lnTo>
                  <a:pt x="5017" y="1509"/>
                </a:lnTo>
                <a:close/>
                <a:moveTo>
                  <a:pt x="4991" y="1492"/>
                </a:moveTo>
                <a:lnTo>
                  <a:pt x="4995" y="1510"/>
                </a:lnTo>
                <a:lnTo>
                  <a:pt x="5000" y="1523"/>
                </a:lnTo>
                <a:lnTo>
                  <a:pt x="5006" y="1536"/>
                </a:lnTo>
                <a:lnTo>
                  <a:pt x="5011" y="1549"/>
                </a:lnTo>
                <a:lnTo>
                  <a:pt x="5015" y="1549"/>
                </a:lnTo>
                <a:lnTo>
                  <a:pt x="5017" y="1532"/>
                </a:lnTo>
                <a:lnTo>
                  <a:pt x="5008" y="1521"/>
                </a:lnTo>
                <a:lnTo>
                  <a:pt x="5002" y="1509"/>
                </a:lnTo>
                <a:lnTo>
                  <a:pt x="5000" y="1492"/>
                </a:lnTo>
                <a:lnTo>
                  <a:pt x="4991" y="1492"/>
                </a:lnTo>
                <a:close/>
                <a:moveTo>
                  <a:pt x="120" y="1467"/>
                </a:moveTo>
                <a:lnTo>
                  <a:pt x="122" y="1469"/>
                </a:lnTo>
                <a:lnTo>
                  <a:pt x="124" y="1470"/>
                </a:lnTo>
                <a:lnTo>
                  <a:pt x="126" y="1470"/>
                </a:lnTo>
                <a:lnTo>
                  <a:pt x="128" y="1469"/>
                </a:lnTo>
                <a:lnTo>
                  <a:pt x="131" y="1467"/>
                </a:lnTo>
                <a:lnTo>
                  <a:pt x="120" y="1467"/>
                </a:lnTo>
                <a:close/>
                <a:moveTo>
                  <a:pt x="4993" y="1429"/>
                </a:moveTo>
                <a:lnTo>
                  <a:pt x="4988" y="1452"/>
                </a:lnTo>
                <a:lnTo>
                  <a:pt x="4991" y="1456"/>
                </a:lnTo>
                <a:lnTo>
                  <a:pt x="4993" y="1460"/>
                </a:lnTo>
                <a:lnTo>
                  <a:pt x="4997" y="1465"/>
                </a:lnTo>
                <a:lnTo>
                  <a:pt x="5004" y="1465"/>
                </a:lnTo>
                <a:lnTo>
                  <a:pt x="5004" y="1461"/>
                </a:lnTo>
                <a:lnTo>
                  <a:pt x="4997" y="1452"/>
                </a:lnTo>
                <a:lnTo>
                  <a:pt x="4997" y="1441"/>
                </a:lnTo>
                <a:lnTo>
                  <a:pt x="5000" y="1429"/>
                </a:lnTo>
                <a:lnTo>
                  <a:pt x="4993" y="1429"/>
                </a:lnTo>
                <a:close/>
                <a:moveTo>
                  <a:pt x="3935" y="785"/>
                </a:moveTo>
                <a:lnTo>
                  <a:pt x="3935" y="789"/>
                </a:lnTo>
                <a:lnTo>
                  <a:pt x="3937" y="792"/>
                </a:lnTo>
                <a:lnTo>
                  <a:pt x="3937" y="794"/>
                </a:lnTo>
                <a:lnTo>
                  <a:pt x="3937" y="794"/>
                </a:lnTo>
                <a:lnTo>
                  <a:pt x="3937" y="794"/>
                </a:lnTo>
                <a:lnTo>
                  <a:pt x="3938" y="796"/>
                </a:lnTo>
                <a:lnTo>
                  <a:pt x="3942" y="798"/>
                </a:lnTo>
                <a:lnTo>
                  <a:pt x="3942" y="785"/>
                </a:lnTo>
                <a:lnTo>
                  <a:pt x="3935" y="785"/>
                </a:lnTo>
                <a:close/>
                <a:moveTo>
                  <a:pt x="3809" y="703"/>
                </a:moveTo>
                <a:lnTo>
                  <a:pt x="3806" y="712"/>
                </a:lnTo>
                <a:lnTo>
                  <a:pt x="3808" y="709"/>
                </a:lnTo>
                <a:lnTo>
                  <a:pt x="3809" y="707"/>
                </a:lnTo>
                <a:lnTo>
                  <a:pt x="3809" y="705"/>
                </a:lnTo>
                <a:lnTo>
                  <a:pt x="3809" y="705"/>
                </a:lnTo>
                <a:lnTo>
                  <a:pt x="3809" y="703"/>
                </a:lnTo>
                <a:close/>
                <a:moveTo>
                  <a:pt x="3918" y="660"/>
                </a:moveTo>
                <a:lnTo>
                  <a:pt x="3911" y="670"/>
                </a:lnTo>
                <a:lnTo>
                  <a:pt x="3900" y="676"/>
                </a:lnTo>
                <a:lnTo>
                  <a:pt x="3888" y="680"/>
                </a:lnTo>
                <a:lnTo>
                  <a:pt x="3875" y="680"/>
                </a:lnTo>
                <a:lnTo>
                  <a:pt x="3864" y="683"/>
                </a:lnTo>
                <a:lnTo>
                  <a:pt x="3853" y="692"/>
                </a:lnTo>
                <a:lnTo>
                  <a:pt x="3853" y="694"/>
                </a:lnTo>
                <a:lnTo>
                  <a:pt x="3853" y="696"/>
                </a:lnTo>
                <a:lnTo>
                  <a:pt x="3853" y="698"/>
                </a:lnTo>
                <a:lnTo>
                  <a:pt x="3853" y="700"/>
                </a:lnTo>
                <a:lnTo>
                  <a:pt x="3851" y="701"/>
                </a:lnTo>
                <a:lnTo>
                  <a:pt x="3849" y="703"/>
                </a:lnTo>
                <a:lnTo>
                  <a:pt x="3844" y="710"/>
                </a:lnTo>
                <a:lnTo>
                  <a:pt x="3838" y="716"/>
                </a:lnTo>
                <a:lnTo>
                  <a:pt x="3831" y="720"/>
                </a:lnTo>
                <a:lnTo>
                  <a:pt x="3826" y="725"/>
                </a:lnTo>
                <a:lnTo>
                  <a:pt x="3820" y="732"/>
                </a:lnTo>
                <a:lnTo>
                  <a:pt x="3804" y="732"/>
                </a:lnTo>
                <a:lnTo>
                  <a:pt x="3806" y="716"/>
                </a:lnTo>
                <a:lnTo>
                  <a:pt x="3800" y="716"/>
                </a:lnTo>
                <a:lnTo>
                  <a:pt x="3789" y="725"/>
                </a:lnTo>
                <a:lnTo>
                  <a:pt x="3778" y="730"/>
                </a:lnTo>
                <a:lnTo>
                  <a:pt x="3768" y="740"/>
                </a:lnTo>
                <a:lnTo>
                  <a:pt x="3764" y="752"/>
                </a:lnTo>
                <a:lnTo>
                  <a:pt x="3760" y="767"/>
                </a:lnTo>
                <a:lnTo>
                  <a:pt x="3757" y="781"/>
                </a:lnTo>
                <a:lnTo>
                  <a:pt x="3753" y="783"/>
                </a:lnTo>
                <a:lnTo>
                  <a:pt x="3749" y="787"/>
                </a:lnTo>
                <a:lnTo>
                  <a:pt x="3746" y="790"/>
                </a:lnTo>
                <a:lnTo>
                  <a:pt x="3742" y="792"/>
                </a:lnTo>
                <a:lnTo>
                  <a:pt x="3740" y="796"/>
                </a:lnTo>
                <a:lnTo>
                  <a:pt x="3735" y="832"/>
                </a:lnTo>
                <a:lnTo>
                  <a:pt x="3724" y="838"/>
                </a:lnTo>
                <a:lnTo>
                  <a:pt x="3715" y="849"/>
                </a:lnTo>
                <a:lnTo>
                  <a:pt x="3708" y="863"/>
                </a:lnTo>
                <a:lnTo>
                  <a:pt x="3702" y="878"/>
                </a:lnTo>
                <a:lnTo>
                  <a:pt x="3711" y="878"/>
                </a:lnTo>
                <a:lnTo>
                  <a:pt x="3711" y="872"/>
                </a:lnTo>
                <a:lnTo>
                  <a:pt x="3718" y="863"/>
                </a:lnTo>
                <a:lnTo>
                  <a:pt x="3726" y="852"/>
                </a:lnTo>
                <a:lnTo>
                  <a:pt x="3731" y="843"/>
                </a:lnTo>
                <a:lnTo>
                  <a:pt x="3740" y="838"/>
                </a:lnTo>
                <a:lnTo>
                  <a:pt x="3757" y="832"/>
                </a:lnTo>
                <a:lnTo>
                  <a:pt x="3760" y="841"/>
                </a:lnTo>
                <a:lnTo>
                  <a:pt x="3764" y="849"/>
                </a:lnTo>
                <a:lnTo>
                  <a:pt x="3769" y="854"/>
                </a:lnTo>
                <a:lnTo>
                  <a:pt x="3771" y="865"/>
                </a:lnTo>
                <a:lnTo>
                  <a:pt x="3762" y="881"/>
                </a:lnTo>
                <a:lnTo>
                  <a:pt x="3758" y="898"/>
                </a:lnTo>
                <a:lnTo>
                  <a:pt x="3760" y="912"/>
                </a:lnTo>
                <a:lnTo>
                  <a:pt x="3762" y="927"/>
                </a:lnTo>
                <a:lnTo>
                  <a:pt x="3760" y="941"/>
                </a:lnTo>
                <a:lnTo>
                  <a:pt x="3758" y="943"/>
                </a:lnTo>
                <a:lnTo>
                  <a:pt x="3755" y="947"/>
                </a:lnTo>
                <a:lnTo>
                  <a:pt x="3751" y="950"/>
                </a:lnTo>
                <a:lnTo>
                  <a:pt x="3748" y="952"/>
                </a:lnTo>
                <a:lnTo>
                  <a:pt x="3746" y="956"/>
                </a:lnTo>
                <a:lnTo>
                  <a:pt x="3744" y="958"/>
                </a:lnTo>
                <a:lnTo>
                  <a:pt x="3744" y="1001"/>
                </a:lnTo>
                <a:lnTo>
                  <a:pt x="3742" y="1020"/>
                </a:lnTo>
                <a:lnTo>
                  <a:pt x="3742" y="1043"/>
                </a:lnTo>
                <a:lnTo>
                  <a:pt x="3740" y="1069"/>
                </a:lnTo>
                <a:lnTo>
                  <a:pt x="3737" y="1089"/>
                </a:lnTo>
                <a:lnTo>
                  <a:pt x="3735" y="1103"/>
                </a:lnTo>
                <a:lnTo>
                  <a:pt x="3738" y="1109"/>
                </a:lnTo>
                <a:lnTo>
                  <a:pt x="3742" y="1114"/>
                </a:lnTo>
                <a:lnTo>
                  <a:pt x="3748" y="1120"/>
                </a:lnTo>
                <a:lnTo>
                  <a:pt x="3751" y="1125"/>
                </a:lnTo>
                <a:lnTo>
                  <a:pt x="3755" y="1130"/>
                </a:lnTo>
                <a:lnTo>
                  <a:pt x="3751" y="1163"/>
                </a:lnTo>
                <a:lnTo>
                  <a:pt x="3755" y="1187"/>
                </a:lnTo>
                <a:lnTo>
                  <a:pt x="3760" y="1212"/>
                </a:lnTo>
                <a:lnTo>
                  <a:pt x="3769" y="1236"/>
                </a:lnTo>
                <a:lnTo>
                  <a:pt x="3778" y="1258"/>
                </a:lnTo>
                <a:lnTo>
                  <a:pt x="3791" y="1272"/>
                </a:lnTo>
                <a:lnTo>
                  <a:pt x="3797" y="1276"/>
                </a:lnTo>
                <a:lnTo>
                  <a:pt x="3802" y="1278"/>
                </a:lnTo>
                <a:lnTo>
                  <a:pt x="3806" y="1278"/>
                </a:lnTo>
                <a:lnTo>
                  <a:pt x="3811" y="1276"/>
                </a:lnTo>
                <a:lnTo>
                  <a:pt x="3829" y="1270"/>
                </a:lnTo>
                <a:lnTo>
                  <a:pt x="3848" y="1261"/>
                </a:lnTo>
                <a:lnTo>
                  <a:pt x="3860" y="1252"/>
                </a:lnTo>
                <a:lnTo>
                  <a:pt x="3866" y="1241"/>
                </a:lnTo>
                <a:lnTo>
                  <a:pt x="3873" y="1223"/>
                </a:lnTo>
                <a:lnTo>
                  <a:pt x="3882" y="1200"/>
                </a:lnTo>
                <a:lnTo>
                  <a:pt x="3889" y="1176"/>
                </a:lnTo>
                <a:lnTo>
                  <a:pt x="3895" y="1150"/>
                </a:lnTo>
                <a:lnTo>
                  <a:pt x="3898" y="1129"/>
                </a:lnTo>
                <a:lnTo>
                  <a:pt x="3897" y="1110"/>
                </a:lnTo>
                <a:lnTo>
                  <a:pt x="3886" y="1078"/>
                </a:lnTo>
                <a:lnTo>
                  <a:pt x="3873" y="1047"/>
                </a:lnTo>
                <a:lnTo>
                  <a:pt x="3857" y="1018"/>
                </a:lnTo>
                <a:lnTo>
                  <a:pt x="3849" y="1018"/>
                </a:lnTo>
                <a:lnTo>
                  <a:pt x="3846" y="1005"/>
                </a:lnTo>
                <a:lnTo>
                  <a:pt x="3849" y="996"/>
                </a:lnTo>
                <a:lnTo>
                  <a:pt x="3853" y="985"/>
                </a:lnTo>
                <a:lnTo>
                  <a:pt x="3858" y="974"/>
                </a:lnTo>
                <a:lnTo>
                  <a:pt x="3857" y="961"/>
                </a:lnTo>
                <a:lnTo>
                  <a:pt x="3855" y="961"/>
                </a:lnTo>
                <a:lnTo>
                  <a:pt x="3853" y="960"/>
                </a:lnTo>
                <a:lnTo>
                  <a:pt x="3851" y="958"/>
                </a:lnTo>
                <a:lnTo>
                  <a:pt x="3848" y="956"/>
                </a:lnTo>
                <a:lnTo>
                  <a:pt x="3846" y="954"/>
                </a:lnTo>
                <a:lnTo>
                  <a:pt x="3844" y="954"/>
                </a:lnTo>
                <a:lnTo>
                  <a:pt x="3844" y="940"/>
                </a:lnTo>
                <a:lnTo>
                  <a:pt x="3851" y="927"/>
                </a:lnTo>
                <a:lnTo>
                  <a:pt x="3858" y="916"/>
                </a:lnTo>
                <a:lnTo>
                  <a:pt x="3866" y="905"/>
                </a:lnTo>
                <a:lnTo>
                  <a:pt x="3862" y="845"/>
                </a:lnTo>
                <a:lnTo>
                  <a:pt x="3877" y="838"/>
                </a:lnTo>
                <a:lnTo>
                  <a:pt x="3880" y="829"/>
                </a:lnTo>
                <a:lnTo>
                  <a:pt x="3880" y="820"/>
                </a:lnTo>
                <a:lnTo>
                  <a:pt x="3882" y="812"/>
                </a:lnTo>
                <a:lnTo>
                  <a:pt x="3886" y="805"/>
                </a:lnTo>
                <a:lnTo>
                  <a:pt x="3902" y="805"/>
                </a:lnTo>
                <a:lnTo>
                  <a:pt x="3909" y="781"/>
                </a:lnTo>
                <a:lnTo>
                  <a:pt x="3922" y="769"/>
                </a:lnTo>
                <a:lnTo>
                  <a:pt x="3938" y="758"/>
                </a:lnTo>
                <a:lnTo>
                  <a:pt x="3953" y="747"/>
                </a:lnTo>
                <a:lnTo>
                  <a:pt x="3968" y="736"/>
                </a:lnTo>
                <a:lnTo>
                  <a:pt x="3962" y="723"/>
                </a:lnTo>
                <a:lnTo>
                  <a:pt x="3964" y="709"/>
                </a:lnTo>
                <a:lnTo>
                  <a:pt x="3971" y="698"/>
                </a:lnTo>
                <a:lnTo>
                  <a:pt x="3980" y="689"/>
                </a:lnTo>
                <a:lnTo>
                  <a:pt x="3991" y="685"/>
                </a:lnTo>
                <a:lnTo>
                  <a:pt x="3991" y="680"/>
                </a:lnTo>
                <a:lnTo>
                  <a:pt x="3978" y="676"/>
                </a:lnTo>
                <a:lnTo>
                  <a:pt x="3966" y="670"/>
                </a:lnTo>
                <a:lnTo>
                  <a:pt x="3955" y="665"/>
                </a:lnTo>
                <a:lnTo>
                  <a:pt x="3938" y="661"/>
                </a:lnTo>
                <a:lnTo>
                  <a:pt x="3918" y="660"/>
                </a:lnTo>
                <a:close/>
                <a:moveTo>
                  <a:pt x="295" y="238"/>
                </a:moveTo>
                <a:lnTo>
                  <a:pt x="297" y="238"/>
                </a:lnTo>
                <a:lnTo>
                  <a:pt x="298" y="240"/>
                </a:lnTo>
                <a:lnTo>
                  <a:pt x="298" y="240"/>
                </a:lnTo>
                <a:lnTo>
                  <a:pt x="300" y="240"/>
                </a:lnTo>
                <a:lnTo>
                  <a:pt x="304" y="241"/>
                </a:lnTo>
                <a:lnTo>
                  <a:pt x="302" y="240"/>
                </a:lnTo>
                <a:lnTo>
                  <a:pt x="300" y="240"/>
                </a:lnTo>
                <a:lnTo>
                  <a:pt x="300" y="240"/>
                </a:lnTo>
                <a:lnTo>
                  <a:pt x="298" y="238"/>
                </a:lnTo>
                <a:lnTo>
                  <a:pt x="295" y="238"/>
                </a:lnTo>
                <a:close/>
                <a:moveTo>
                  <a:pt x="458" y="209"/>
                </a:moveTo>
                <a:lnTo>
                  <a:pt x="458" y="216"/>
                </a:lnTo>
                <a:lnTo>
                  <a:pt x="457" y="220"/>
                </a:lnTo>
                <a:lnTo>
                  <a:pt x="455" y="221"/>
                </a:lnTo>
                <a:lnTo>
                  <a:pt x="453" y="225"/>
                </a:lnTo>
                <a:lnTo>
                  <a:pt x="451" y="229"/>
                </a:lnTo>
                <a:lnTo>
                  <a:pt x="458" y="229"/>
                </a:lnTo>
                <a:lnTo>
                  <a:pt x="458" y="221"/>
                </a:lnTo>
                <a:lnTo>
                  <a:pt x="460" y="218"/>
                </a:lnTo>
                <a:lnTo>
                  <a:pt x="462" y="216"/>
                </a:lnTo>
                <a:lnTo>
                  <a:pt x="462" y="214"/>
                </a:lnTo>
                <a:lnTo>
                  <a:pt x="460" y="212"/>
                </a:lnTo>
                <a:lnTo>
                  <a:pt x="458" y="209"/>
                </a:lnTo>
                <a:close/>
                <a:moveTo>
                  <a:pt x="466" y="172"/>
                </a:moveTo>
                <a:lnTo>
                  <a:pt x="464" y="176"/>
                </a:lnTo>
                <a:lnTo>
                  <a:pt x="462" y="178"/>
                </a:lnTo>
                <a:lnTo>
                  <a:pt x="460" y="181"/>
                </a:lnTo>
                <a:lnTo>
                  <a:pt x="460" y="183"/>
                </a:lnTo>
                <a:lnTo>
                  <a:pt x="460" y="187"/>
                </a:lnTo>
                <a:lnTo>
                  <a:pt x="458" y="192"/>
                </a:lnTo>
                <a:lnTo>
                  <a:pt x="468" y="198"/>
                </a:lnTo>
                <a:lnTo>
                  <a:pt x="466" y="192"/>
                </a:lnTo>
                <a:lnTo>
                  <a:pt x="466" y="189"/>
                </a:lnTo>
                <a:lnTo>
                  <a:pt x="466" y="185"/>
                </a:lnTo>
                <a:lnTo>
                  <a:pt x="466" y="181"/>
                </a:lnTo>
                <a:lnTo>
                  <a:pt x="468" y="178"/>
                </a:lnTo>
                <a:lnTo>
                  <a:pt x="468" y="174"/>
                </a:lnTo>
                <a:lnTo>
                  <a:pt x="466" y="172"/>
                </a:lnTo>
                <a:close/>
                <a:moveTo>
                  <a:pt x="513" y="0"/>
                </a:moveTo>
                <a:lnTo>
                  <a:pt x="529" y="10"/>
                </a:lnTo>
                <a:lnTo>
                  <a:pt x="553" y="20"/>
                </a:lnTo>
                <a:lnTo>
                  <a:pt x="580" y="25"/>
                </a:lnTo>
                <a:lnTo>
                  <a:pt x="608" y="29"/>
                </a:lnTo>
                <a:lnTo>
                  <a:pt x="635" y="34"/>
                </a:lnTo>
                <a:lnTo>
                  <a:pt x="657" y="40"/>
                </a:lnTo>
                <a:lnTo>
                  <a:pt x="740" y="65"/>
                </a:lnTo>
                <a:lnTo>
                  <a:pt x="824" y="85"/>
                </a:lnTo>
                <a:lnTo>
                  <a:pt x="911" y="101"/>
                </a:lnTo>
                <a:lnTo>
                  <a:pt x="998" y="118"/>
                </a:lnTo>
                <a:lnTo>
                  <a:pt x="1088" y="138"/>
                </a:lnTo>
                <a:lnTo>
                  <a:pt x="1158" y="152"/>
                </a:lnTo>
                <a:lnTo>
                  <a:pt x="1233" y="165"/>
                </a:lnTo>
                <a:lnTo>
                  <a:pt x="1309" y="178"/>
                </a:lnTo>
                <a:lnTo>
                  <a:pt x="1386" y="192"/>
                </a:lnTo>
                <a:lnTo>
                  <a:pt x="1457" y="210"/>
                </a:lnTo>
                <a:lnTo>
                  <a:pt x="1549" y="218"/>
                </a:lnTo>
                <a:lnTo>
                  <a:pt x="1602" y="229"/>
                </a:lnTo>
                <a:lnTo>
                  <a:pt x="1660" y="236"/>
                </a:lnTo>
                <a:lnTo>
                  <a:pt x="1717" y="243"/>
                </a:lnTo>
                <a:lnTo>
                  <a:pt x="1771" y="254"/>
                </a:lnTo>
                <a:lnTo>
                  <a:pt x="1904" y="261"/>
                </a:lnTo>
                <a:lnTo>
                  <a:pt x="1949" y="270"/>
                </a:lnTo>
                <a:lnTo>
                  <a:pt x="2000" y="276"/>
                </a:lnTo>
                <a:lnTo>
                  <a:pt x="2053" y="280"/>
                </a:lnTo>
                <a:lnTo>
                  <a:pt x="2104" y="283"/>
                </a:lnTo>
                <a:lnTo>
                  <a:pt x="2149" y="290"/>
                </a:lnTo>
                <a:lnTo>
                  <a:pt x="2228" y="290"/>
                </a:lnTo>
                <a:lnTo>
                  <a:pt x="2262" y="296"/>
                </a:lnTo>
                <a:lnTo>
                  <a:pt x="2300" y="294"/>
                </a:lnTo>
                <a:lnTo>
                  <a:pt x="2338" y="294"/>
                </a:lnTo>
                <a:lnTo>
                  <a:pt x="2378" y="294"/>
                </a:lnTo>
                <a:lnTo>
                  <a:pt x="2417" y="300"/>
                </a:lnTo>
                <a:lnTo>
                  <a:pt x="2437" y="301"/>
                </a:lnTo>
                <a:lnTo>
                  <a:pt x="2458" y="301"/>
                </a:lnTo>
                <a:lnTo>
                  <a:pt x="2484" y="300"/>
                </a:lnTo>
                <a:lnTo>
                  <a:pt x="2506" y="303"/>
                </a:lnTo>
                <a:lnTo>
                  <a:pt x="2548" y="309"/>
                </a:lnTo>
                <a:lnTo>
                  <a:pt x="2595" y="310"/>
                </a:lnTo>
                <a:lnTo>
                  <a:pt x="2642" y="310"/>
                </a:lnTo>
                <a:lnTo>
                  <a:pt x="2691" y="310"/>
                </a:lnTo>
                <a:lnTo>
                  <a:pt x="2762" y="314"/>
                </a:lnTo>
                <a:lnTo>
                  <a:pt x="2835" y="312"/>
                </a:lnTo>
                <a:lnTo>
                  <a:pt x="2908" y="312"/>
                </a:lnTo>
                <a:lnTo>
                  <a:pt x="2978" y="312"/>
                </a:lnTo>
                <a:lnTo>
                  <a:pt x="2978" y="260"/>
                </a:lnTo>
                <a:lnTo>
                  <a:pt x="3011" y="263"/>
                </a:lnTo>
                <a:lnTo>
                  <a:pt x="3013" y="267"/>
                </a:lnTo>
                <a:lnTo>
                  <a:pt x="3015" y="269"/>
                </a:lnTo>
                <a:lnTo>
                  <a:pt x="3015" y="270"/>
                </a:lnTo>
                <a:lnTo>
                  <a:pt x="3017" y="272"/>
                </a:lnTo>
                <a:lnTo>
                  <a:pt x="3020" y="272"/>
                </a:lnTo>
                <a:lnTo>
                  <a:pt x="3024" y="276"/>
                </a:lnTo>
                <a:lnTo>
                  <a:pt x="3026" y="303"/>
                </a:lnTo>
                <a:lnTo>
                  <a:pt x="3029" y="329"/>
                </a:lnTo>
                <a:lnTo>
                  <a:pt x="3035" y="349"/>
                </a:lnTo>
                <a:lnTo>
                  <a:pt x="3060" y="354"/>
                </a:lnTo>
                <a:lnTo>
                  <a:pt x="3084" y="358"/>
                </a:lnTo>
                <a:lnTo>
                  <a:pt x="3106" y="365"/>
                </a:lnTo>
                <a:lnTo>
                  <a:pt x="3124" y="376"/>
                </a:lnTo>
                <a:lnTo>
                  <a:pt x="3155" y="367"/>
                </a:lnTo>
                <a:lnTo>
                  <a:pt x="3182" y="365"/>
                </a:lnTo>
                <a:lnTo>
                  <a:pt x="3208" y="370"/>
                </a:lnTo>
                <a:lnTo>
                  <a:pt x="3229" y="381"/>
                </a:lnTo>
                <a:lnTo>
                  <a:pt x="3249" y="401"/>
                </a:lnTo>
                <a:lnTo>
                  <a:pt x="3260" y="394"/>
                </a:lnTo>
                <a:lnTo>
                  <a:pt x="3273" y="394"/>
                </a:lnTo>
                <a:lnTo>
                  <a:pt x="3286" y="400"/>
                </a:lnTo>
                <a:lnTo>
                  <a:pt x="3300" y="407"/>
                </a:lnTo>
                <a:lnTo>
                  <a:pt x="3315" y="416"/>
                </a:lnTo>
                <a:lnTo>
                  <a:pt x="3328" y="425"/>
                </a:lnTo>
                <a:lnTo>
                  <a:pt x="3338" y="429"/>
                </a:lnTo>
                <a:lnTo>
                  <a:pt x="3355" y="416"/>
                </a:lnTo>
                <a:lnTo>
                  <a:pt x="3373" y="405"/>
                </a:lnTo>
                <a:lnTo>
                  <a:pt x="3397" y="401"/>
                </a:lnTo>
                <a:lnTo>
                  <a:pt x="3397" y="405"/>
                </a:lnTo>
                <a:lnTo>
                  <a:pt x="3397" y="407"/>
                </a:lnTo>
                <a:lnTo>
                  <a:pt x="3398" y="409"/>
                </a:lnTo>
                <a:lnTo>
                  <a:pt x="3398" y="410"/>
                </a:lnTo>
                <a:lnTo>
                  <a:pt x="3400" y="412"/>
                </a:lnTo>
                <a:lnTo>
                  <a:pt x="3408" y="414"/>
                </a:lnTo>
                <a:lnTo>
                  <a:pt x="3426" y="416"/>
                </a:lnTo>
                <a:lnTo>
                  <a:pt x="3449" y="418"/>
                </a:lnTo>
                <a:lnTo>
                  <a:pt x="3475" y="420"/>
                </a:lnTo>
                <a:lnTo>
                  <a:pt x="3498" y="420"/>
                </a:lnTo>
                <a:lnTo>
                  <a:pt x="3520" y="421"/>
                </a:lnTo>
                <a:lnTo>
                  <a:pt x="3533" y="421"/>
                </a:lnTo>
                <a:lnTo>
                  <a:pt x="3537" y="438"/>
                </a:lnTo>
                <a:lnTo>
                  <a:pt x="3518" y="443"/>
                </a:lnTo>
                <a:lnTo>
                  <a:pt x="3498" y="450"/>
                </a:lnTo>
                <a:lnTo>
                  <a:pt x="3480" y="461"/>
                </a:lnTo>
                <a:lnTo>
                  <a:pt x="3464" y="469"/>
                </a:lnTo>
                <a:lnTo>
                  <a:pt x="3444" y="478"/>
                </a:lnTo>
                <a:lnTo>
                  <a:pt x="3422" y="483"/>
                </a:lnTo>
                <a:lnTo>
                  <a:pt x="3404" y="494"/>
                </a:lnTo>
                <a:lnTo>
                  <a:pt x="3380" y="514"/>
                </a:lnTo>
                <a:lnTo>
                  <a:pt x="3360" y="538"/>
                </a:lnTo>
                <a:lnTo>
                  <a:pt x="3340" y="563"/>
                </a:lnTo>
                <a:lnTo>
                  <a:pt x="3317" y="589"/>
                </a:lnTo>
                <a:lnTo>
                  <a:pt x="3289" y="610"/>
                </a:lnTo>
                <a:lnTo>
                  <a:pt x="3289" y="614"/>
                </a:lnTo>
                <a:lnTo>
                  <a:pt x="3295" y="614"/>
                </a:lnTo>
                <a:lnTo>
                  <a:pt x="3297" y="616"/>
                </a:lnTo>
                <a:lnTo>
                  <a:pt x="3297" y="616"/>
                </a:lnTo>
                <a:lnTo>
                  <a:pt x="3298" y="618"/>
                </a:lnTo>
                <a:lnTo>
                  <a:pt x="3298" y="618"/>
                </a:lnTo>
                <a:lnTo>
                  <a:pt x="3302" y="618"/>
                </a:lnTo>
                <a:lnTo>
                  <a:pt x="3311" y="614"/>
                </a:lnTo>
                <a:lnTo>
                  <a:pt x="3326" y="607"/>
                </a:lnTo>
                <a:lnTo>
                  <a:pt x="3344" y="598"/>
                </a:lnTo>
                <a:lnTo>
                  <a:pt x="3362" y="590"/>
                </a:lnTo>
                <a:lnTo>
                  <a:pt x="3380" y="583"/>
                </a:lnTo>
                <a:lnTo>
                  <a:pt x="3393" y="580"/>
                </a:lnTo>
                <a:lnTo>
                  <a:pt x="3400" y="578"/>
                </a:lnTo>
                <a:lnTo>
                  <a:pt x="3406" y="581"/>
                </a:lnTo>
                <a:lnTo>
                  <a:pt x="3409" y="583"/>
                </a:lnTo>
                <a:lnTo>
                  <a:pt x="3411" y="585"/>
                </a:lnTo>
                <a:lnTo>
                  <a:pt x="3411" y="589"/>
                </a:lnTo>
                <a:lnTo>
                  <a:pt x="3411" y="594"/>
                </a:lnTo>
                <a:lnTo>
                  <a:pt x="3411" y="603"/>
                </a:lnTo>
                <a:lnTo>
                  <a:pt x="3409" y="607"/>
                </a:lnTo>
                <a:lnTo>
                  <a:pt x="3406" y="612"/>
                </a:lnTo>
                <a:lnTo>
                  <a:pt x="3404" y="618"/>
                </a:lnTo>
                <a:lnTo>
                  <a:pt x="3408" y="618"/>
                </a:lnTo>
                <a:lnTo>
                  <a:pt x="3417" y="618"/>
                </a:lnTo>
                <a:lnTo>
                  <a:pt x="3426" y="621"/>
                </a:lnTo>
                <a:lnTo>
                  <a:pt x="3437" y="623"/>
                </a:lnTo>
                <a:lnTo>
                  <a:pt x="3448" y="623"/>
                </a:lnTo>
                <a:lnTo>
                  <a:pt x="3462" y="614"/>
                </a:lnTo>
                <a:lnTo>
                  <a:pt x="3473" y="603"/>
                </a:lnTo>
                <a:lnTo>
                  <a:pt x="3486" y="590"/>
                </a:lnTo>
                <a:lnTo>
                  <a:pt x="3497" y="583"/>
                </a:lnTo>
                <a:lnTo>
                  <a:pt x="3542" y="578"/>
                </a:lnTo>
                <a:lnTo>
                  <a:pt x="3558" y="567"/>
                </a:lnTo>
                <a:lnTo>
                  <a:pt x="3571" y="550"/>
                </a:lnTo>
                <a:lnTo>
                  <a:pt x="3586" y="534"/>
                </a:lnTo>
                <a:lnTo>
                  <a:pt x="3602" y="521"/>
                </a:lnTo>
                <a:lnTo>
                  <a:pt x="3638" y="563"/>
                </a:lnTo>
                <a:lnTo>
                  <a:pt x="3648" y="558"/>
                </a:lnTo>
                <a:lnTo>
                  <a:pt x="3660" y="556"/>
                </a:lnTo>
                <a:lnTo>
                  <a:pt x="3675" y="558"/>
                </a:lnTo>
                <a:lnTo>
                  <a:pt x="3691" y="558"/>
                </a:lnTo>
                <a:lnTo>
                  <a:pt x="3695" y="561"/>
                </a:lnTo>
                <a:lnTo>
                  <a:pt x="3700" y="565"/>
                </a:lnTo>
                <a:lnTo>
                  <a:pt x="3704" y="565"/>
                </a:lnTo>
                <a:lnTo>
                  <a:pt x="3708" y="567"/>
                </a:lnTo>
                <a:lnTo>
                  <a:pt x="3711" y="570"/>
                </a:lnTo>
                <a:lnTo>
                  <a:pt x="3720" y="580"/>
                </a:lnTo>
                <a:lnTo>
                  <a:pt x="3726" y="589"/>
                </a:lnTo>
                <a:lnTo>
                  <a:pt x="3731" y="598"/>
                </a:lnTo>
                <a:lnTo>
                  <a:pt x="3740" y="603"/>
                </a:lnTo>
                <a:lnTo>
                  <a:pt x="3757" y="607"/>
                </a:lnTo>
                <a:lnTo>
                  <a:pt x="3762" y="605"/>
                </a:lnTo>
                <a:lnTo>
                  <a:pt x="3766" y="603"/>
                </a:lnTo>
                <a:lnTo>
                  <a:pt x="3771" y="603"/>
                </a:lnTo>
                <a:lnTo>
                  <a:pt x="3775" y="603"/>
                </a:lnTo>
                <a:lnTo>
                  <a:pt x="3780" y="605"/>
                </a:lnTo>
                <a:lnTo>
                  <a:pt x="3786" y="607"/>
                </a:lnTo>
                <a:lnTo>
                  <a:pt x="3797" y="590"/>
                </a:lnTo>
                <a:lnTo>
                  <a:pt x="3809" y="580"/>
                </a:lnTo>
                <a:lnTo>
                  <a:pt x="3824" y="574"/>
                </a:lnTo>
                <a:lnTo>
                  <a:pt x="3840" y="570"/>
                </a:lnTo>
                <a:lnTo>
                  <a:pt x="3860" y="567"/>
                </a:lnTo>
                <a:lnTo>
                  <a:pt x="3882" y="563"/>
                </a:lnTo>
                <a:lnTo>
                  <a:pt x="3897" y="558"/>
                </a:lnTo>
                <a:lnTo>
                  <a:pt x="3909" y="550"/>
                </a:lnTo>
                <a:lnTo>
                  <a:pt x="3924" y="545"/>
                </a:lnTo>
                <a:lnTo>
                  <a:pt x="3944" y="543"/>
                </a:lnTo>
                <a:lnTo>
                  <a:pt x="3944" y="583"/>
                </a:lnTo>
                <a:lnTo>
                  <a:pt x="3964" y="581"/>
                </a:lnTo>
                <a:lnTo>
                  <a:pt x="3980" y="580"/>
                </a:lnTo>
                <a:lnTo>
                  <a:pt x="3995" y="578"/>
                </a:lnTo>
                <a:lnTo>
                  <a:pt x="4013" y="576"/>
                </a:lnTo>
                <a:lnTo>
                  <a:pt x="4017" y="587"/>
                </a:lnTo>
                <a:lnTo>
                  <a:pt x="4022" y="603"/>
                </a:lnTo>
                <a:lnTo>
                  <a:pt x="4029" y="616"/>
                </a:lnTo>
                <a:lnTo>
                  <a:pt x="4037" y="621"/>
                </a:lnTo>
                <a:lnTo>
                  <a:pt x="4048" y="625"/>
                </a:lnTo>
                <a:lnTo>
                  <a:pt x="4058" y="630"/>
                </a:lnTo>
                <a:lnTo>
                  <a:pt x="4069" y="636"/>
                </a:lnTo>
                <a:lnTo>
                  <a:pt x="4077" y="643"/>
                </a:lnTo>
                <a:lnTo>
                  <a:pt x="4082" y="656"/>
                </a:lnTo>
                <a:lnTo>
                  <a:pt x="4066" y="660"/>
                </a:lnTo>
                <a:lnTo>
                  <a:pt x="4046" y="660"/>
                </a:lnTo>
                <a:lnTo>
                  <a:pt x="4024" y="660"/>
                </a:lnTo>
                <a:lnTo>
                  <a:pt x="4004" y="660"/>
                </a:lnTo>
                <a:lnTo>
                  <a:pt x="4004" y="680"/>
                </a:lnTo>
                <a:lnTo>
                  <a:pt x="4048" y="700"/>
                </a:lnTo>
                <a:lnTo>
                  <a:pt x="4093" y="716"/>
                </a:lnTo>
                <a:lnTo>
                  <a:pt x="4142" y="729"/>
                </a:lnTo>
                <a:lnTo>
                  <a:pt x="4146" y="740"/>
                </a:lnTo>
                <a:lnTo>
                  <a:pt x="4149" y="747"/>
                </a:lnTo>
                <a:lnTo>
                  <a:pt x="4151" y="756"/>
                </a:lnTo>
                <a:lnTo>
                  <a:pt x="4155" y="769"/>
                </a:lnTo>
                <a:lnTo>
                  <a:pt x="4151" y="770"/>
                </a:lnTo>
                <a:lnTo>
                  <a:pt x="4149" y="772"/>
                </a:lnTo>
                <a:lnTo>
                  <a:pt x="4149" y="774"/>
                </a:lnTo>
                <a:lnTo>
                  <a:pt x="4148" y="776"/>
                </a:lnTo>
                <a:lnTo>
                  <a:pt x="4148" y="778"/>
                </a:lnTo>
                <a:lnTo>
                  <a:pt x="4146" y="781"/>
                </a:lnTo>
                <a:lnTo>
                  <a:pt x="4157" y="794"/>
                </a:lnTo>
                <a:lnTo>
                  <a:pt x="4164" y="810"/>
                </a:lnTo>
                <a:lnTo>
                  <a:pt x="4168" y="830"/>
                </a:lnTo>
                <a:lnTo>
                  <a:pt x="4169" y="852"/>
                </a:lnTo>
                <a:lnTo>
                  <a:pt x="4169" y="874"/>
                </a:lnTo>
                <a:lnTo>
                  <a:pt x="4158" y="874"/>
                </a:lnTo>
                <a:lnTo>
                  <a:pt x="4153" y="887"/>
                </a:lnTo>
                <a:lnTo>
                  <a:pt x="4151" y="901"/>
                </a:lnTo>
                <a:lnTo>
                  <a:pt x="4146" y="914"/>
                </a:lnTo>
                <a:lnTo>
                  <a:pt x="4138" y="921"/>
                </a:lnTo>
                <a:lnTo>
                  <a:pt x="4133" y="927"/>
                </a:lnTo>
                <a:lnTo>
                  <a:pt x="4128" y="929"/>
                </a:lnTo>
                <a:lnTo>
                  <a:pt x="4124" y="934"/>
                </a:lnTo>
                <a:lnTo>
                  <a:pt x="4122" y="943"/>
                </a:lnTo>
                <a:lnTo>
                  <a:pt x="4120" y="960"/>
                </a:lnTo>
                <a:lnTo>
                  <a:pt x="4126" y="960"/>
                </a:lnTo>
                <a:lnTo>
                  <a:pt x="4129" y="961"/>
                </a:lnTo>
                <a:lnTo>
                  <a:pt x="4135" y="961"/>
                </a:lnTo>
                <a:lnTo>
                  <a:pt x="4140" y="963"/>
                </a:lnTo>
                <a:lnTo>
                  <a:pt x="4157" y="940"/>
                </a:lnTo>
                <a:lnTo>
                  <a:pt x="4177" y="918"/>
                </a:lnTo>
                <a:lnTo>
                  <a:pt x="4204" y="901"/>
                </a:lnTo>
                <a:lnTo>
                  <a:pt x="4235" y="894"/>
                </a:lnTo>
                <a:lnTo>
                  <a:pt x="4240" y="901"/>
                </a:lnTo>
                <a:lnTo>
                  <a:pt x="4246" y="907"/>
                </a:lnTo>
                <a:lnTo>
                  <a:pt x="4253" y="912"/>
                </a:lnTo>
                <a:lnTo>
                  <a:pt x="4258" y="916"/>
                </a:lnTo>
                <a:lnTo>
                  <a:pt x="4262" y="923"/>
                </a:lnTo>
                <a:lnTo>
                  <a:pt x="4268" y="936"/>
                </a:lnTo>
                <a:lnTo>
                  <a:pt x="4268" y="950"/>
                </a:lnTo>
                <a:lnTo>
                  <a:pt x="4271" y="967"/>
                </a:lnTo>
                <a:lnTo>
                  <a:pt x="4275" y="981"/>
                </a:lnTo>
                <a:lnTo>
                  <a:pt x="4282" y="1000"/>
                </a:lnTo>
                <a:lnTo>
                  <a:pt x="4288" y="1018"/>
                </a:lnTo>
                <a:lnTo>
                  <a:pt x="4295" y="1032"/>
                </a:lnTo>
                <a:lnTo>
                  <a:pt x="4302" y="1032"/>
                </a:lnTo>
                <a:lnTo>
                  <a:pt x="4306" y="1041"/>
                </a:lnTo>
                <a:lnTo>
                  <a:pt x="4306" y="1056"/>
                </a:lnTo>
                <a:lnTo>
                  <a:pt x="4304" y="1072"/>
                </a:lnTo>
                <a:lnTo>
                  <a:pt x="4300" y="1085"/>
                </a:lnTo>
                <a:lnTo>
                  <a:pt x="4298" y="1092"/>
                </a:lnTo>
                <a:lnTo>
                  <a:pt x="4297" y="1100"/>
                </a:lnTo>
                <a:lnTo>
                  <a:pt x="4293" y="1105"/>
                </a:lnTo>
                <a:lnTo>
                  <a:pt x="4289" y="1109"/>
                </a:lnTo>
                <a:lnTo>
                  <a:pt x="4282" y="1110"/>
                </a:lnTo>
                <a:lnTo>
                  <a:pt x="4275" y="1112"/>
                </a:lnTo>
                <a:lnTo>
                  <a:pt x="4273" y="1109"/>
                </a:lnTo>
                <a:lnTo>
                  <a:pt x="4273" y="1105"/>
                </a:lnTo>
                <a:lnTo>
                  <a:pt x="4273" y="1103"/>
                </a:lnTo>
                <a:lnTo>
                  <a:pt x="4271" y="1101"/>
                </a:lnTo>
                <a:lnTo>
                  <a:pt x="4269" y="1100"/>
                </a:lnTo>
                <a:lnTo>
                  <a:pt x="4269" y="1109"/>
                </a:lnTo>
                <a:lnTo>
                  <a:pt x="4268" y="1112"/>
                </a:lnTo>
                <a:lnTo>
                  <a:pt x="4262" y="1116"/>
                </a:lnTo>
                <a:lnTo>
                  <a:pt x="4258" y="1120"/>
                </a:lnTo>
                <a:lnTo>
                  <a:pt x="4253" y="1123"/>
                </a:lnTo>
                <a:lnTo>
                  <a:pt x="4249" y="1129"/>
                </a:lnTo>
                <a:lnTo>
                  <a:pt x="4229" y="1145"/>
                </a:lnTo>
                <a:lnTo>
                  <a:pt x="4229" y="1185"/>
                </a:lnTo>
                <a:lnTo>
                  <a:pt x="4224" y="1194"/>
                </a:lnTo>
                <a:lnTo>
                  <a:pt x="4218" y="1201"/>
                </a:lnTo>
                <a:lnTo>
                  <a:pt x="4213" y="1210"/>
                </a:lnTo>
                <a:lnTo>
                  <a:pt x="4209" y="1225"/>
                </a:lnTo>
                <a:lnTo>
                  <a:pt x="4233" y="1229"/>
                </a:lnTo>
                <a:lnTo>
                  <a:pt x="4251" y="1234"/>
                </a:lnTo>
                <a:lnTo>
                  <a:pt x="4269" y="1240"/>
                </a:lnTo>
                <a:lnTo>
                  <a:pt x="4288" y="1245"/>
                </a:lnTo>
                <a:lnTo>
                  <a:pt x="4309" y="1249"/>
                </a:lnTo>
                <a:lnTo>
                  <a:pt x="4322" y="1240"/>
                </a:lnTo>
                <a:lnTo>
                  <a:pt x="4333" y="1234"/>
                </a:lnTo>
                <a:lnTo>
                  <a:pt x="4342" y="1234"/>
                </a:lnTo>
                <a:lnTo>
                  <a:pt x="4351" y="1234"/>
                </a:lnTo>
                <a:lnTo>
                  <a:pt x="4362" y="1234"/>
                </a:lnTo>
                <a:lnTo>
                  <a:pt x="4375" y="1229"/>
                </a:lnTo>
                <a:lnTo>
                  <a:pt x="4389" y="1218"/>
                </a:lnTo>
                <a:lnTo>
                  <a:pt x="4404" y="1200"/>
                </a:lnTo>
                <a:lnTo>
                  <a:pt x="4417" y="1183"/>
                </a:lnTo>
                <a:lnTo>
                  <a:pt x="4433" y="1169"/>
                </a:lnTo>
                <a:lnTo>
                  <a:pt x="4464" y="1152"/>
                </a:lnTo>
                <a:lnTo>
                  <a:pt x="4497" y="1132"/>
                </a:lnTo>
                <a:lnTo>
                  <a:pt x="4531" y="1110"/>
                </a:lnTo>
                <a:lnTo>
                  <a:pt x="4562" y="1087"/>
                </a:lnTo>
                <a:lnTo>
                  <a:pt x="4591" y="1061"/>
                </a:lnTo>
                <a:lnTo>
                  <a:pt x="4613" y="1032"/>
                </a:lnTo>
                <a:lnTo>
                  <a:pt x="4629" y="1000"/>
                </a:lnTo>
                <a:lnTo>
                  <a:pt x="4626" y="996"/>
                </a:lnTo>
                <a:lnTo>
                  <a:pt x="4624" y="990"/>
                </a:lnTo>
                <a:lnTo>
                  <a:pt x="4622" y="983"/>
                </a:lnTo>
                <a:lnTo>
                  <a:pt x="4620" y="976"/>
                </a:lnTo>
                <a:lnTo>
                  <a:pt x="4604" y="976"/>
                </a:lnTo>
                <a:lnTo>
                  <a:pt x="4600" y="940"/>
                </a:lnTo>
                <a:lnTo>
                  <a:pt x="4624" y="927"/>
                </a:lnTo>
                <a:lnTo>
                  <a:pt x="4648" y="916"/>
                </a:lnTo>
                <a:lnTo>
                  <a:pt x="4669" y="910"/>
                </a:lnTo>
                <a:lnTo>
                  <a:pt x="4695" y="907"/>
                </a:lnTo>
                <a:lnTo>
                  <a:pt x="4722" y="907"/>
                </a:lnTo>
                <a:lnTo>
                  <a:pt x="4755" y="912"/>
                </a:lnTo>
                <a:lnTo>
                  <a:pt x="4771" y="905"/>
                </a:lnTo>
                <a:lnTo>
                  <a:pt x="4784" y="900"/>
                </a:lnTo>
                <a:lnTo>
                  <a:pt x="4798" y="896"/>
                </a:lnTo>
                <a:lnTo>
                  <a:pt x="4817" y="896"/>
                </a:lnTo>
                <a:lnTo>
                  <a:pt x="4831" y="876"/>
                </a:lnTo>
                <a:lnTo>
                  <a:pt x="4848" y="852"/>
                </a:lnTo>
                <a:lnTo>
                  <a:pt x="4860" y="827"/>
                </a:lnTo>
                <a:lnTo>
                  <a:pt x="4866" y="800"/>
                </a:lnTo>
                <a:lnTo>
                  <a:pt x="4858" y="789"/>
                </a:lnTo>
                <a:lnTo>
                  <a:pt x="4851" y="776"/>
                </a:lnTo>
                <a:lnTo>
                  <a:pt x="4846" y="760"/>
                </a:lnTo>
                <a:lnTo>
                  <a:pt x="4842" y="743"/>
                </a:lnTo>
                <a:lnTo>
                  <a:pt x="4862" y="725"/>
                </a:lnTo>
                <a:lnTo>
                  <a:pt x="4877" y="705"/>
                </a:lnTo>
                <a:lnTo>
                  <a:pt x="4889" y="683"/>
                </a:lnTo>
                <a:lnTo>
                  <a:pt x="4900" y="660"/>
                </a:lnTo>
                <a:lnTo>
                  <a:pt x="4913" y="636"/>
                </a:lnTo>
                <a:lnTo>
                  <a:pt x="4929" y="614"/>
                </a:lnTo>
                <a:lnTo>
                  <a:pt x="4949" y="598"/>
                </a:lnTo>
                <a:lnTo>
                  <a:pt x="4968" y="589"/>
                </a:lnTo>
                <a:lnTo>
                  <a:pt x="4989" y="583"/>
                </a:lnTo>
                <a:lnTo>
                  <a:pt x="5013" y="581"/>
                </a:lnTo>
                <a:lnTo>
                  <a:pt x="5037" y="578"/>
                </a:lnTo>
                <a:lnTo>
                  <a:pt x="5060" y="572"/>
                </a:lnTo>
                <a:lnTo>
                  <a:pt x="5126" y="550"/>
                </a:lnTo>
                <a:lnTo>
                  <a:pt x="5191" y="532"/>
                </a:lnTo>
                <a:lnTo>
                  <a:pt x="5262" y="516"/>
                </a:lnTo>
                <a:lnTo>
                  <a:pt x="5262" y="480"/>
                </a:lnTo>
                <a:lnTo>
                  <a:pt x="5275" y="478"/>
                </a:lnTo>
                <a:lnTo>
                  <a:pt x="5286" y="474"/>
                </a:lnTo>
                <a:lnTo>
                  <a:pt x="5295" y="467"/>
                </a:lnTo>
                <a:lnTo>
                  <a:pt x="5298" y="456"/>
                </a:lnTo>
                <a:lnTo>
                  <a:pt x="5302" y="454"/>
                </a:lnTo>
                <a:lnTo>
                  <a:pt x="5304" y="454"/>
                </a:lnTo>
                <a:lnTo>
                  <a:pt x="5308" y="456"/>
                </a:lnTo>
                <a:lnTo>
                  <a:pt x="5309" y="456"/>
                </a:lnTo>
                <a:lnTo>
                  <a:pt x="5311" y="458"/>
                </a:lnTo>
                <a:lnTo>
                  <a:pt x="5315" y="456"/>
                </a:lnTo>
                <a:lnTo>
                  <a:pt x="5313" y="440"/>
                </a:lnTo>
                <a:lnTo>
                  <a:pt x="5320" y="423"/>
                </a:lnTo>
                <a:lnTo>
                  <a:pt x="5329" y="405"/>
                </a:lnTo>
                <a:lnTo>
                  <a:pt x="5337" y="387"/>
                </a:lnTo>
                <a:lnTo>
                  <a:pt x="5335" y="376"/>
                </a:lnTo>
                <a:lnTo>
                  <a:pt x="5333" y="361"/>
                </a:lnTo>
                <a:lnTo>
                  <a:pt x="5331" y="343"/>
                </a:lnTo>
                <a:lnTo>
                  <a:pt x="5331" y="325"/>
                </a:lnTo>
                <a:lnTo>
                  <a:pt x="5333" y="309"/>
                </a:lnTo>
                <a:lnTo>
                  <a:pt x="5333" y="307"/>
                </a:lnTo>
                <a:lnTo>
                  <a:pt x="5337" y="305"/>
                </a:lnTo>
                <a:lnTo>
                  <a:pt x="5338" y="301"/>
                </a:lnTo>
                <a:lnTo>
                  <a:pt x="5342" y="298"/>
                </a:lnTo>
                <a:lnTo>
                  <a:pt x="5344" y="296"/>
                </a:lnTo>
                <a:lnTo>
                  <a:pt x="5346" y="294"/>
                </a:lnTo>
                <a:lnTo>
                  <a:pt x="5344" y="281"/>
                </a:lnTo>
                <a:lnTo>
                  <a:pt x="5338" y="267"/>
                </a:lnTo>
                <a:lnTo>
                  <a:pt x="5337" y="252"/>
                </a:lnTo>
                <a:lnTo>
                  <a:pt x="5344" y="232"/>
                </a:lnTo>
                <a:lnTo>
                  <a:pt x="5353" y="212"/>
                </a:lnTo>
                <a:lnTo>
                  <a:pt x="5362" y="196"/>
                </a:lnTo>
                <a:lnTo>
                  <a:pt x="5368" y="181"/>
                </a:lnTo>
                <a:lnTo>
                  <a:pt x="5369" y="169"/>
                </a:lnTo>
                <a:lnTo>
                  <a:pt x="5371" y="156"/>
                </a:lnTo>
                <a:lnTo>
                  <a:pt x="5377" y="145"/>
                </a:lnTo>
                <a:lnTo>
                  <a:pt x="5384" y="136"/>
                </a:lnTo>
                <a:lnTo>
                  <a:pt x="5395" y="130"/>
                </a:lnTo>
                <a:lnTo>
                  <a:pt x="5400" y="129"/>
                </a:lnTo>
                <a:lnTo>
                  <a:pt x="5406" y="129"/>
                </a:lnTo>
                <a:lnTo>
                  <a:pt x="5411" y="129"/>
                </a:lnTo>
                <a:lnTo>
                  <a:pt x="5418" y="127"/>
                </a:lnTo>
                <a:lnTo>
                  <a:pt x="5424" y="127"/>
                </a:lnTo>
                <a:lnTo>
                  <a:pt x="5426" y="132"/>
                </a:lnTo>
                <a:lnTo>
                  <a:pt x="5426" y="136"/>
                </a:lnTo>
                <a:lnTo>
                  <a:pt x="5424" y="141"/>
                </a:lnTo>
                <a:lnTo>
                  <a:pt x="5424" y="145"/>
                </a:lnTo>
                <a:lnTo>
                  <a:pt x="5424" y="149"/>
                </a:lnTo>
                <a:lnTo>
                  <a:pt x="5424" y="150"/>
                </a:lnTo>
                <a:lnTo>
                  <a:pt x="5428" y="154"/>
                </a:lnTo>
                <a:lnTo>
                  <a:pt x="5433" y="156"/>
                </a:lnTo>
                <a:lnTo>
                  <a:pt x="5451" y="138"/>
                </a:lnTo>
                <a:lnTo>
                  <a:pt x="5478" y="125"/>
                </a:lnTo>
                <a:lnTo>
                  <a:pt x="5509" y="118"/>
                </a:lnTo>
                <a:lnTo>
                  <a:pt x="5522" y="125"/>
                </a:lnTo>
                <a:lnTo>
                  <a:pt x="5537" y="132"/>
                </a:lnTo>
                <a:lnTo>
                  <a:pt x="5551" y="140"/>
                </a:lnTo>
                <a:lnTo>
                  <a:pt x="5558" y="150"/>
                </a:lnTo>
                <a:lnTo>
                  <a:pt x="5573" y="178"/>
                </a:lnTo>
                <a:lnTo>
                  <a:pt x="5584" y="209"/>
                </a:lnTo>
                <a:lnTo>
                  <a:pt x="5595" y="241"/>
                </a:lnTo>
                <a:lnTo>
                  <a:pt x="5604" y="269"/>
                </a:lnTo>
                <a:lnTo>
                  <a:pt x="5606" y="283"/>
                </a:lnTo>
                <a:lnTo>
                  <a:pt x="5608" y="298"/>
                </a:lnTo>
                <a:lnTo>
                  <a:pt x="5611" y="312"/>
                </a:lnTo>
                <a:lnTo>
                  <a:pt x="5618" y="321"/>
                </a:lnTo>
                <a:lnTo>
                  <a:pt x="5629" y="325"/>
                </a:lnTo>
                <a:lnTo>
                  <a:pt x="5642" y="327"/>
                </a:lnTo>
                <a:lnTo>
                  <a:pt x="5651" y="330"/>
                </a:lnTo>
                <a:lnTo>
                  <a:pt x="5658" y="345"/>
                </a:lnTo>
                <a:lnTo>
                  <a:pt x="5662" y="363"/>
                </a:lnTo>
                <a:lnTo>
                  <a:pt x="5668" y="380"/>
                </a:lnTo>
                <a:lnTo>
                  <a:pt x="5673" y="378"/>
                </a:lnTo>
                <a:lnTo>
                  <a:pt x="5678" y="376"/>
                </a:lnTo>
                <a:lnTo>
                  <a:pt x="5684" y="376"/>
                </a:lnTo>
                <a:lnTo>
                  <a:pt x="5693" y="374"/>
                </a:lnTo>
                <a:lnTo>
                  <a:pt x="5697" y="381"/>
                </a:lnTo>
                <a:lnTo>
                  <a:pt x="5702" y="387"/>
                </a:lnTo>
                <a:lnTo>
                  <a:pt x="5708" y="392"/>
                </a:lnTo>
                <a:lnTo>
                  <a:pt x="5717" y="396"/>
                </a:lnTo>
                <a:lnTo>
                  <a:pt x="5717" y="409"/>
                </a:lnTo>
                <a:lnTo>
                  <a:pt x="5718" y="423"/>
                </a:lnTo>
                <a:lnTo>
                  <a:pt x="5720" y="443"/>
                </a:lnTo>
                <a:lnTo>
                  <a:pt x="5704" y="454"/>
                </a:lnTo>
                <a:lnTo>
                  <a:pt x="5686" y="469"/>
                </a:lnTo>
                <a:lnTo>
                  <a:pt x="5668" y="483"/>
                </a:lnTo>
                <a:lnTo>
                  <a:pt x="5653" y="501"/>
                </a:lnTo>
                <a:lnTo>
                  <a:pt x="5646" y="521"/>
                </a:lnTo>
                <a:lnTo>
                  <a:pt x="5633" y="520"/>
                </a:lnTo>
                <a:lnTo>
                  <a:pt x="5624" y="516"/>
                </a:lnTo>
                <a:lnTo>
                  <a:pt x="5613" y="512"/>
                </a:lnTo>
                <a:lnTo>
                  <a:pt x="5609" y="516"/>
                </a:lnTo>
                <a:lnTo>
                  <a:pt x="5606" y="520"/>
                </a:lnTo>
                <a:lnTo>
                  <a:pt x="5600" y="521"/>
                </a:lnTo>
                <a:lnTo>
                  <a:pt x="5597" y="525"/>
                </a:lnTo>
                <a:lnTo>
                  <a:pt x="5600" y="530"/>
                </a:lnTo>
                <a:lnTo>
                  <a:pt x="5602" y="536"/>
                </a:lnTo>
                <a:lnTo>
                  <a:pt x="5604" y="541"/>
                </a:lnTo>
                <a:lnTo>
                  <a:pt x="5604" y="549"/>
                </a:lnTo>
                <a:lnTo>
                  <a:pt x="5560" y="545"/>
                </a:lnTo>
                <a:lnTo>
                  <a:pt x="5558" y="561"/>
                </a:lnTo>
                <a:lnTo>
                  <a:pt x="5558" y="576"/>
                </a:lnTo>
                <a:lnTo>
                  <a:pt x="5558" y="594"/>
                </a:lnTo>
                <a:lnTo>
                  <a:pt x="5555" y="598"/>
                </a:lnTo>
                <a:lnTo>
                  <a:pt x="5551" y="600"/>
                </a:lnTo>
                <a:lnTo>
                  <a:pt x="5548" y="603"/>
                </a:lnTo>
                <a:lnTo>
                  <a:pt x="5546" y="605"/>
                </a:lnTo>
                <a:lnTo>
                  <a:pt x="5540" y="609"/>
                </a:lnTo>
                <a:lnTo>
                  <a:pt x="5535" y="610"/>
                </a:lnTo>
                <a:lnTo>
                  <a:pt x="5533" y="609"/>
                </a:lnTo>
                <a:lnTo>
                  <a:pt x="5531" y="609"/>
                </a:lnTo>
                <a:lnTo>
                  <a:pt x="5531" y="607"/>
                </a:lnTo>
                <a:lnTo>
                  <a:pt x="5529" y="607"/>
                </a:lnTo>
                <a:lnTo>
                  <a:pt x="5526" y="605"/>
                </a:lnTo>
                <a:lnTo>
                  <a:pt x="5524" y="621"/>
                </a:lnTo>
                <a:lnTo>
                  <a:pt x="5517" y="632"/>
                </a:lnTo>
                <a:lnTo>
                  <a:pt x="5509" y="640"/>
                </a:lnTo>
                <a:lnTo>
                  <a:pt x="5502" y="649"/>
                </a:lnTo>
                <a:lnTo>
                  <a:pt x="5493" y="658"/>
                </a:lnTo>
                <a:lnTo>
                  <a:pt x="5484" y="656"/>
                </a:lnTo>
                <a:lnTo>
                  <a:pt x="5478" y="656"/>
                </a:lnTo>
                <a:lnTo>
                  <a:pt x="5471" y="656"/>
                </a:lnTo>
                <a:lnTo>
                  <a:pt x="5460" y="654"/>
                </a:lnTo>
                <a:lnTo>
                  <a:pt x="5460" y="667"/>
                </a:lnTo>
                <a:lnTo>
                  <a:pt x="5462" y="678"/>
                </a:lnTo>
                <a:lnTo>
                  <a:pt x="5458" y="694"/>
                </a:lnTo>
                <a:lnTo>
                  <a:pt x="5453" y="714"/>
                </a:lnTo>
                <a:lnTo>
                  <a:pt x="5446" y="736"/>
                </a:lnTo>
                <a:lnTo>
                  <a:pt x="5440" y="761"/>
                </a:lnTo>
                <a:lnTo>
                  <a:pt x="5437" y="785"/>
                </a:lnTo>
                <a:lnTo>
                  <a:pt x="5438" y="809"/>
                </a:lnTo>
                <a:lnTo>
                  <a:pt x="5462" y="809"/>
                </a:lnTo>
                <a:lnTo>
                  <a:pt x="5462" y="829"/>
                </a:lnTo>
                <a:lnTo>
                  <a:pt x="5457" y="830"/>
                </a:lnTo>
                <a:lnTo>
                  <a:pt x="5451" y="834"/>
                </a:lnTo>
                <a:lnTo>
                  <a:pt x="5446" y="838"/>
                </a:lnTo>
                <a:lnTo>
                  <a:pt x="5442" y="841"/>
                </a:lnTo>
                <a:lnTo>
                  <a:pt x="5438" y="845"/>
                </a:lnTo>
                <a:lnTo>
                  <a:pt x="5438" y="869"/>
                </a:lnTo>
                <a:lnTo>
                  <a:pt x="5455" y="869"/>
                </a:lnTo>
                <a:lnTo>
                  <a:pt x="5466" y="876"/>
                </a:lnTo>
                <a:lnTo>
                  <a:pt x="5477" y="887"/>
                </a:lnTo>
                <a:lnTo>
                  <a:pt x="5486" y="900"/>
                </a:lnTo>
                <a:lnTo>
                  <a:pt x="5495" y="910"/>
                </a:lnTo>
                <a:lnTo>
                  <a:pt x="5508" y="921"/>
                </a:lnTo>
                <a:lnTo>
                  <a:pt x="5522" y="925"/>
                </a:lnTo>
                <a:lnTo>
                  <a:pt x="5528" y="921"/>
                </a:lnTo>
                <a:lnTo>
                  <a:pt x="5531" y="916"/>
                </a:lnTo>
                <a:lnTo>
                  <a:pt x="5533" y="912"/>
                </a:lnTo>
                <a:lnTo>
                  <a:pt x="5537" y="909"/>
                </a:lnTo>
                <a:lnTo>
                  <a:pt x="5540" y="901"/>
                </a:lnTo>
                <a:lnTo>
                  <a:pt x="5528" y="896"/>
                </a:lnTo>
                <a:lnTo>
                  <a:pt x="5517" y="890"/>
                </a:lnTo>
                <a:lnTo>
                  <a:pt x="5502" y="885"/>
                </a:lnTo>
                <a:lnTo>
                  <a:pt x="5504" y="872"/>
                </a:lnTo>
                <a:lnTo>
                  <a:pt x="5513" y="872"/>
                </a:lnTo>
                <a:lnTo>
                  <a:pt x="5520" y="872"/>
                </a:lnTo>
                <a:lnTo>
                  <a:pt x="5526" y="872"/>
                </a:lnTo>
                <a:lnTo>
                  <a:pt x="5537" y="874"/>
                </a:lnTo>
                <a:lnTo>
                  <a:pt x="5544" y="885"/>
                </a:lnTo>
                <a:lnTo>
                  <a:pt x="5553" y="896"/>
                </a:lnTo>
                <a:lnTo>
                  <a:pt x="5560" y="909"/>
                </a:lnTo>
                <a:lnTo>
                  <a:pt x="5564" y="925"/>
                </a:lnTo>
                <a:lnTo>
                  <a:pt x="5546" y="940"/>
                </a:lnTo>
                <a:lnTo>
                  <a:pt x="5526" y="952"/>
                </a:lnTo>
                <a:lnTo>
                  <a:pt x="5506" y="965"/>
                </a:lnTo>
                <a:lnTo>
                  <a:pt x="5482" y="970"/>
                </a:lnTo>
                <a:lnTo>
                  <a:pt x="5482" y="954"/>
                </a:lnTo>
                <a:lnTo>
                  <a:pt x="5478" y="954"/>
                </a:lnTo>
                <a:lnTo>
                  <a:pt x="5478" y="961"/>
                </a:lnTo>
                <a:lnTo>
                  <a:pt x="5468" y="969"/>
                </a:lnTo>
                <a:lnTo>
                  <a:pt x="5462" y="978"/>
                </a:lnTo>
                <a:lnTo>
                  <a:pt x="5455" y="985"/>
                </a:lnTo>
                <a:lnTo>
                  <a:pt x="5446" y="990"/>
                </a:lnTo>
                <a:lnTo>
                  <a:pt x="5433" y="994"/>
                </a:lnTo>
                <a:lnTo>
                  <a:pt x="5433" y="987"/>
                </a:lnTo>
                <a:lnTo>
                  <a:pt x="5429" y="983"/>
                </a:lnTo>
                <a:lnTo>
                  <a:pt x="5428" y="980"/>
                </a:lnTo>
                <a:lnTo>
                  <a:pt x="5426" y="976"/>
                </a:lnTo>
                <a:lnTo>
                  <a:pt x="5426" y="972"/>
                </a:lnTo>
                <a:lnTo>
                  <a:pt x="5424" y="967"/>
                </a:lnTo>
                <a:lnTo>
                  <a:pt x="5420" y="967"/>
                </a:lnTo>
                <a:lnTo>
                  <a:pt x="5418" y="967"/>
                </a:lnTo>
                <a:lnTo>
                  <a:pt x="5417" y="967"/>
                </a:lnTo>
                <a:lnTo>
                  <a:pt x="5415" y="969"/>
                </a:lnTo>
                <a:lnTo>
                  <a:pt x="5413" y="970"/>
                </a:lnTo>
                <a:lnTo>
                  <a:pt x="5418" y="983"/>
                </a:lnTo>
                <a:lnTo>
                  <a:pt x="5422" y="996"/>
                </a:lnTo>
                <a:lnTo>
                  <a:pt x="5420" y="1010"/>
                </a:lnTo>
                <a:lnTo>
                  <a:pt x="5386" y="1029"/>
                </a:lnTo>
                <a:lnTo>
                  <a:pt x="5349" y="1047"/>
                </a:lnTo>
                <a:lnTo>
                  <a:pt x="5311" y="1069"/>
                </a:lnTo>
                <a:lnTo>
                  <a:pt x="5275" y="1090"/>
                </a:lnTo>
                <a:lnTo>
                  <a:pt x="5242" y="1116"/>
                </a:lnTo>
                <a:lnTo>
                  <a:pt x="5218" y="1143"/>
                </a:lnTo>
                <a:lnTo>
                  <a:pt x="5215" y="1167"/>
                </a:lnTo>
                <a:lnTo>
                  <a:pt x="5206" y="1176"/>
                </a:lnTo>
                <a:lnTo>
                  <a:pt x="5197" y="1183"/>
                </a:lnTo>
                <a:lnTo>
                  <a:pt x="5188" y="1189"/>
                </a:lnTo>
                <a:lnTo>
                  <a:pt x="5180" y="1200"/>
                </a:lnTo>
                <a:lnTo>
                  <a:pt x="5177" y="1216"/>
                </a:lnTo>
                <a:lnTo>
                  <a:pt x="5209" y="1216"/>
                </a:lnTo>
                <a:lnTo>
                  <a:pt x="5209" y="1223"/>
                </a:lnTo>
                <a:lnTo>
                  <a:pt x="5213" y="1234"/>
                </a:lnTo>
                <a:lnTo>
                  <a:pt x="5213" y="1249"/>
                </a:lnTo>
                <a:lnTo>
                  <a:pt x="5213" y="1263"/>
                </a:lnTo>
                <a:lnTo>
                  <a:pt x="5215" y="1290"/>
                </a:lnTo>
                <a:lnTo>
                  <a:pt x="5217" y="1312"/>
                </a:lnTo>
                <a:lnTo>
                  <a:pt x="5213" y="1332"/>
                </a:lnTo>
                <a:lnTo>
                  <a:pt x="5208" y="1345"/>
                </a:lnTo>
                <a:lnTo>
                  <a:pt x="5200" y="1354"/>
                </a:lnTo>
                <a:lnTo>
                  <a:pt x="5197" y="1367"/>
                </a:lnTo>
                <a:lnTo>
                  <a:pt x="5193" y="1385"/>
                </a:lnTo>
                <a:lnTo>
                  <a:pt x="5188" y="1385"/>
                </a:lnTo>
                <a:lnTo>
                  <a:pt x="5186" y="1387"/>
                </a:lnTo>
                <a:lnTo>
                  <a:pt x="5184" y="1387"/>
                </a:lnTo>
                <a:lnTo>
                  <a:pt x="5184" y="1387"/>
                </a:lnTo>
                <a:lnTo>
                  <a:pt x="5182" y="1387"/>
                </a:lnTo>
                <a:lnTo>
                  <a:pt x="5182" y="1389"/>
                </a:lnTo>
                <a:lnTo>
                  <a:pt x="5180" y="1392"/>
                </a:lnTo>
                <a:lnTo>
                  <a:pt x="5182" y="1401"/>
                </a:lnTo>
                <a:lnTo>
                  <a:pt x="5178" y="1414"/>
                </a:lnTo>
                <a:lnTo>
                  <a:pt x="5173" y="1427"/>
                </a:lnTo>
                <a:lnTo>
                  <a:pt x="5164" y="1440"/>
                </a:lnTo>
                <a:lnTo>
                  <a:pt x="5153" y="1449"/>
                </a:lnTo>
                <a:lnTo>
                  <a:pt x="5142" y="1452"/>
                </a:lnTo>
                <a:lnTo>
                  <a:pt x="5142" y="1449"/>
                </a:lnTo>
                <a:lnTo>
                  <a:pt x="5138" y="1449"/>
                </a:lnTo>
                <a:lnTo>
                  <a:pt x="5140" y="1434"/>
                </a:lnTo>
                <a:lnTo>
                  <a:pt x="5138" y="1425"/>
                </a:lnTo>
                <a:lnTo>
                  <a:pt x="5131" y="1418"/>
                </a:lnTo>
                <a:lnTo>
                  <a:pt x="5120" y="1421"/>
                </a:lnTo>
                <a:lnTo>
                  <a:pt x="5113" y="1421"/>
                </a:lnTo>
                <a:lnTo>
                  <a:pt x="5104" y="1416"/>
                </a:lnTo>
                <a:lnTo>
                  <a:pt x="5095" y="1409"/>
                </a:lnTo>
                <a:lnTo>
                  <a:pt x="5095" y="1412"/>
                </a:lnTo>
                <a:lnTo>
                  <a:pt x="5102" y="1425"/>
                </a:lnTo>
                <a:lnTo>
                  <a:pt x="5108" y="1438"/>
                </a:lnTo>
                <a:lnTo>
                  <a:pt x="5115" y="1449"/>
                </a:lnTo>
                <a:lnTo>
                  <a:pt x="5126" y="1458"/>
                </a:lnTo>
                <a:lnTo>
                  <a:pt x="5131" y="1460"/>
                </a:lnTo>
                <a:lnTo>
                  <a:pt x="5137" y="1461"/>
                </a:lnTo>
                <a:lnTo>
                  <a:pt x="5142" y="1463"/>
                </a:lnTo>
                <a:lnTo>
                  <a:pt x="5148" y="1465"/>
                </a:lnTo>
                <a:lnTo>
                  <a:pt x="5148" y="1481"/>
                </a:lnTo>
                <a:lnTo>
                  <a:pt x="5149" y="1490"/>
                </a:lnTo>
                <a:lnTo>
                  <a:pt x="5151" y="1496"/>
                </a:lnTo>
                <a:lnTo>
                  <a:pt x="5155" y="1500"/>
                </a:lnTo>
                <a:lnTo>
                  <a:pt x="5158" y="1505"/>
                </a:lnTo>
                <a:lnTo>
                  <a:pt x="5162" y="1518"/>
                </a:lnTo>
                <a:lnTo>
                  <a:pt x="5158" y="1518"/>
                </a:lnTo>
                <a:lnTo>
                  <a:pt x="5155" y="1520"/>
                </a:lnTo>
                <a:lnTo>
                  <a:pt x="5155" y="1520"/>
                </a:lnTo>
                <a:lnTo>
                  <a:pt x="5153" y="1520"/>
                </a:lnTo>
                <a:lnTo>
                  <a:pt x="5153" y="1520"/>
                </a:lnTo>
                <a:lnTo>
                  <a:pt x="5153" y="1521"/>
                </a:lnTo>
                <a:lnTo>
                  <a:pt x="5151" y="1525"/>
                </a:lnTo>
                <a:lnTo>
                  <a:pt x="5151" y="1529"/>
                </a:lnTo>
                <a:lnTo>
                  <a:pt x="5153" y="1532"/>
                </a:lnTo>
                <a:lnTo>
                  <a:pt x="5155" y="1538"/>
                </a:lnTo>
                <a:lnTo>
                  <a:pt x="5155" y="1545"/>
                </a:lnTo>
                <a:lnTo>
                  <a:pt x="5155" y="1550"/>
                </a:lnTo>
                <a:lnTo>
                  <a:pt x="5151" y="1554"/>
                </a:lnTo>
                <a:lnTo>
                  <a:pt x="5148" y="1558"/>
                </a:lnTo>
                <a:lnTo>
                  <a:pt x="5144" y="1561"/>
                </a:lnTo>
                <a:lnTo>
                  <a:pt x="5140" y="1567"/>
                </a:lnTo>
                <a:lnTo>
                  <a:pt x="5137" y="1570"/>
                </a:lnTo>
                <a:lnTo>
                  <a:pt x="5133" y="1574"/>
                </a:lnTo>
                <a:lnTo>
                  <a:pt x="5129" y="1589"/>
                </a:lnTo>
                <a:lnTo>
                  <a:pt x="5128" y="1609"/>
                </a:lnTo>
                <a:lnTo>
                  <a:pt x="5126" y="1630"/>
                </a:lnTo>
                <a:lnTo>
                  <a:pt x="5124" y="1650"/>
                </a:lnTo>
                <a:lnTo>
                  <a:pt x="5120" y="1667"/>
                </a:lnTo>
                <a:lnTo>
                  <a:pt x="5108" y="1667"/>
                </a:lnTo>
                <a:lnTo>
                  <a:pt x="5108" y="1683"/>
                </a:lnTo>
                <a:lnTo>
                  <a:pt x="5106" y="1700"/>
                </a:lnTo>
                <a:lnTo>
                  <a:pt x="5100" y="1714"/>
                </a:lnTo>
                <a:lnTo>
                  <a:pt x="5098" y="1716"/>
                </a:lnTo>
                <a:lnTo>
                  <a:pt x="5097" y="1716"/>
                </a:lnTo>
                <a:lnTo>
                  <a:pt x="5095" y="1718"/>
                </a:lnTo>
                <a:lnTo>
                  <a:pt x="5091" y="1718"/>
                </a:lnTo>
                <a:lnTo>
                  <a:pt x="5088" y="1718"/>
                </a:lnTo>
                <a:lnTo>
                  <a:pt x="5082" y="1703"/>
                </a:lnTo>
                <a:lnTo>
                  <a:pt x="5078" y="1689"/>
                </a:lnTo>
                <a:lnTo>
                  <a:pt x="5077" y="1672"/>
                </a:lnTo>
                <a:lnTo>
                  <a:pt x="5077" y="1650"/>
                </a:lnTo>
                <a:lnTo>
                  <a:pt x="5082" y="1638"/>
                </a:lnTo>
                <a:lnTo>
                  <a:pt x="5088" y="1620"/>
                </a:lnTo>
                <a:lnTo>
                  <a:pt x="5093" y="1605"/>
                </a:lnTo>
                <a:lnTo>
                  <a:pt x="5073" y="1605"/>
                </a:lnTo>
                <a:lnTo>
                  <a:pt x="5073" y="1600"/>
                </a:lnTo>
                <a:lnTo>
                  <a:pt x="5073" y="1594"/>
                </a:lnTo>
                <a:lnTo>
                  <a:pt x="5075" y="1590"/>
                </a:lnTo>
                <a:lnTo>
                  <a:pt x="5077" y="1585"/>
                </a:lnTo>
                <a:lnTo>
                  <a:pt x="5058" y="1580"/>
                </a:lnTo>
                <a:lnTo>
                  <a:pt x="5046" y="1570"/>
                </a:lnTo>
                <a:lnTo>
                  <a:pt x="5033" y="1563"/>
                </a:lnTo>
                <a:lnTo>
                  <a:pt x="5020" y="1561"/>
                </a:lnTo>
                <a:lnTo>
                  <a:pt x="5015" y="1561"/>
                </a:lnTo>
                <a:lnTo>
                  <a:pt x="5020" y="1567"/>
                </a:lnTo>
                <a:lnTo>
                  <a:pt x="5024" y="1570"/>
                </a:lnTo>
                <a:lnTo>
                  <a:pt x="5029" y="1576"/>
                </a:lnTo>
                <a:lnTo>
                  <a:pt x="5031" y="1581"/>
                </a:lnTo>
                <a:lnTo>
                  <a:pt x="5033" y="1587"/>
                </a:lnTo>
                <a:lnTo>
                  <a:pt x="5033" y="1590"/>
                </a:lnTo>
                <a:lnTo>
                  <a:pt x="5033" y="1594"/>
                </a:lnTo>
                <a:lnTo>
                  <a:pt x="5031" y="1598"/>
                </a:lnTo>
                <a:lnTo>
                  <a:pt x="5031" y="1600"/>
                </a:lnTo>
                <a:lnTo>
                  <a:pt x="5031" y="1603"/>
                </a:lnTo>
                <a:lnTo>
                  <a:pt x="5031" y="1605"/>
                </a:lnTo>
                <a:lnTo>
                  <a:pt x="5040" y="1614"/>
                </a:lnTo>
                <a:lnTo>
                  <a:pt x="5046" y="1621"/>
                </a:lnTo>
                <a:lnTo>
                  <a:pt x="5048" y="1632"/>
                </a:lnTo>
                <a:lnTo>
                  <a:pt x="5048" y="1650"/>
                </a:lnTo>
                <a:lnTo>
                  <a:pt x="5046" y="1652"/>
                </a:lnTo>
                <a:lnTo>
                  <a:pt x="5044" y="1656"/>
                </a:lnTo>
                <a:lnTo>
                  <a:pt x="5044" y="1660"/>
                </a:lnTo>
                <a:lnTo>
                  <a:pt x="5044" y="1667"/>
                </a:lnTo>
                <a:lnTo>
                  <a:pt x="5055" y="1667"/>
                </a:lnTo>
                <a:lnTo>
                  <a:pt x="5060" y="1676"/>
                </a:lnTo>
                <a:lnTo>
                  <a:pt x="5062" y="1687"/>
                </a:lnTo>
                <a:lnTo>
                  <a:pt x="5064" y="1701"/>
                </a:lnTo>
                <a:lnTo>
                  <a:pt x="5048" y="1701"/>
                </a:lnTo>
                <a:lnTo>
                  <a:pt x="5048" y="1707"/>
                </a:lnTo>
                <a:lnTo>
                  <a:pt x="5057" y="1712"/>
                </a:lnTo>
                <a:lnTo>
                  <a:pt x="5062" y="1718"/>
                </a:lnTo>
                <a:lnTo>
                  <a:pt x="5066" y="1725"/>
                </a:lnTo>
                <a:lnTo>
                  <a:pt x="5068" y="1738"/>
                </a:lnTo>
                <a:lnTo>
                  <a:pt x="5100" y="1738"/>
                </a:lnTo>
                <a:lnTo>
                  <a:pt x="5108" y="1750"/>
                </a:lnTo>
                <a:lnTo>
                  <a:pt x="5120" y="1763"/>
                </a:lnTo>
                <a:lnTo>
                  <a:pt x="5131" y="1776"/>
                </a:lnTo>
                <a:lnTo>
                  <a:pt x="5140" y="1787"/>
                </a:lnTo>
                <a:lnTo>
                  <a:pt x="5148" y="1805"/>
                </a:lnTo>
                <a:lnTo>
                  <a:pt x="5151" y="1825"/>
                </a:lnTo>
                <a:lnTo>
                  <a:pt x="5160" y="1843"/>
                </a:lnTo>
                <a:lnTo>
                  <a:pt x="5168" y="1854"/>
                </a:lnTo>
                <a:lnTo>
                  <a:pt x="5177" y="1861"/>
                </a:lnTo>
                <a:lnTo>
                  <a:pt x="5186" y="1870"/>
                </a:lnTo>
                <a:lnTo>
                  <a:pt x="5193" y="1883"/>
                </a:lnTo>
                <a:lnTo>
                  <a:pt x="5197" y="1900"/>
                </a:lnTo>
                <a:lnTo>
                  <a:pt x="5180" y="1900"/>
                </a:lnTo>
                <a:lnTo>
                  <a:pt x="5180" y="1887"/>
                </a:lnTo>
                <a:lnTo>
                  <a:pt x="5168" y="1880"/>
                </a:lnTo>
                <a:lnTo>
                  <a:pt x="5168" y="1883"/>
                </a:lnTo>
                <a:lnTo>
                  <a:pt x="5175" y="1894"/>
                </a:lnTo>
                <a:lnTo>
                  <a:pt x="5178" y="1907"/>
                </a:lnTo>
                <a:lnTo>
                  <a:pt x="5180" y="1923"/>
                </a:lnTo>
                <a:lnTo>
                  <a:pt x="5169" y="1936"/>
                </a:lnTo>
                <a:lnTo>
                  <a:pt x="5162" y="1947"/>
                </a:lnTo>
                <a:lnTo>
                  <a:pt x="5155" y="1960"/>
                </a:lnTo>
                <a:lnTo>
                  <a:pt x="5146" y="1970"/>
                </a:lnTo>
                <a:lnTo>
                  <a:pt x="5133" y="1976"/>
                </a:lnTo>
                <a:lnTo>
                  <a:pt x="5115" y="1980"/>
                </a:lnTo>
                <a:lnTo>
                  <a:pt x="5109" y="1976"/>
                </a:lnTo>
                <a:lnTo>
                  <a:pt x="5104" y="1974"/>
                </a:lnTo>
                <a:lnTo>
                  <a:pt x="5097" y="1972"/>
                </a:lnTo>
                <a:lnTo>
                  <a:pt x="5089" y="1970"/>
                </a:lnTo>
                <a:lnTo>
                  <a:pt x="5089" y="1976"/>
                </a:lnTo>
                <a:lnTo>
                  <a:pt x="5093" y="1976"/>
                </a:lnTo>
                <a:lnTo>
                  <a:pt x="5098" y="1978"/>
                </a:lnTo>
                <a:lnTo>
                  <a:pt x="5102" y="1981"/>
                </a:lnTo>
                <a:lnTo>
                  <a:pt x="5108" y="1983"/>
                </a:lnTo>
                <a:lnTo>
                  <a:pt x="5111" y="1987"/>
                </a:lnTo>
                <a:lnTo>
                  <a:pt x="5113" y="1992"/>
                </a:lnTo>
                <a:lnTo>
                  <a:pt x="5109" y="1994"/>
                </a:lnTo>
                <a:lnTo>
                  <a:pt x="5106" y="1998"/>
                </a:lnTo>
                <a:lnTo>
                  <a:pt x="5104" y="2000"/>
                </a:lnTo>
                <a:lnTo>
                  <a:pt x="5104" y="2003"/>
                </a:lnTo>
                <a:lnTo>
                  <a:pt x="5102" y="2009"/>
                </a:lnTo>
                <a:lnTo>
                  <a:pt x="5102" y="2016"/>
                </a:lnTo>
                <a:lnTo>
                  <a:pt x="5106" y="2016"/>
                </a:lnTo>
                <a:lnTo>
                  <a:pt x="5113" y="2010"/>
                </a:lnTo>
                <a:lnTo>
                  <a:pt x="5122" y="2010"/>
                </a:lnTo>
                <a:lnTo>
                  <a:pt x="5138" y="2012"/>
                </a:lnTo>
                <a:lnTo>
                  <a:pt x="5138" y="2040"/>
                </a:lnTo>
                <a:lnTo>
                  <a:pt x="5133" y="2045"/>
                </a:lnTo>
                <a:lnTo>
                  <a:pt x="5128" y="2052"/>
                </a:lnTo>
                <a:lnTo>
                  <a:pt x="5124" y="2058"/>
                </a:lnTo>
                <a:lnTo>
                  <a:pt x="5117" y="2063"/>
                </a:lnTo>
                <a:lnTo>
                  <a:pt x="5102" y="2070"/>
                </a:lnTo>
                <a:lnTo>
                  <a:pt x="5082" y="2074"/>
                </a:lnTo>
                <a:lnTo>
                  <a:pt x="5062" y="2078"/>
                </a:lnTo>
                <a:lnTo>
                  <a:pt x="5048" y="2083"/>
                </a:lnTo>
                <a:lnTo>
                  <a:pt x="5044" y="2087"/>
                </a:lnTo>
                <a:lnTo>
                  <a:pt x="5037" y="2096"/>
                </a:lnTo>
                <a:lnTo>
                  <a:pt x="5028" y="2107"/>
                </a:lnTo>
                <a:lnTo>
                  <a:pt x="5018" y="2120"/>
                </a:lnTo>
                <a:lnTo>
                  <a:pt x="5009" y="2132"/>
                </a:lnTo>
                <a:lnTo>
                  <a:pt x="5002" y="2141"/>
                </a:lnTo>
                <a:lnTo>
                  <a:pt x="4998" y="2147"/>
                </a:lnTo>
                <a:lnTo>
                  <a:pt x="4995" y="2147"/>
                </a:lnTo>
                <a:lnTo>
                  <a:pt x="4988" y="2165"/>
                </a:lnTo>
                <a:lnTo>
                  <a:pt x="4984" y="2180"/>
                </a:lnTo>
                <a:lnTo>
                  <a:pt x="4982" y="2194"/>
                </a:lnTo>
                <a:lnTo>
                  <a:pt x="4977" y="2205"/>
                </a:lnTo>
                <a:lnTo>
                  <a:pt x="4968" y="2212"/>
                </a:lnTo>
                <a:lnTo>
                  <a:pt x="4953" y="2218"/>
                </a:lnTo>
                <a:lnTo>
                  <a:pt x="4929" y="2220"/>
                </a:lnTo>
                <a:lnTo>
                  <a:pt x="4913" y="2230"/>
                </a:lnTo>
                <a:lnTo>
                  <a:pt x="4895" y="2241"/>
                </a:lnTo>
                <a:lnTo>
                  <a:pt x="4877" y="2252"/>
                </a:lnTo>
                <a:lnTo>
                  <a:pt x="4862" y="2265"/>
                </a:lnTo>
                <a:lnTo>
                  <a:pt x="4851" y="2283"/>
                </a:lnTo>
                <a:lnTo>
                  <a:pt x="4851" y="2330"/>
                </a:lnTo>
                <a:lnTo>
                  <a:pt x="4849" y="2332"/>
                </a:lnTo>
                <a:lnTo>
                  <a:pt x="4846" y="2336"/>
                </a:lnTo>
                <a:lnTo>
                  <a:pt x="4842" y="2338"/>
                </a:lnTo>
                <a:lnTo>
                  <a:pt x="4838" y="2341"/>
                </a:lnTo>
                <a:lnTo>
                  <a:pt x="4835" y="2347"/>
                </a:lnTo>
                <a:lnTo>
                  <a:pt x="4831" y="2354"/>
                </a:lnTo>
                <a:lnTo>
                  <a:pt x="4820" y="2354"/>
                </a:lnTo>
                <a:lnTo>
                  <a:pt x="4811" y="2350"/>
                </a:lnTo>
                <a:lnTo>
                  <a:pt x="4804" y="2349"/>
                </a:lnTo>
                <a:lnTo>
                  <a:pt x="4797" y="2347"/>
                </a:lnTo>
                <a:lnTo>
                  <a:pt x="4793" y="2350"/>
                </a:lnTo>
                <a:lnTo>
                  <a:pt x="4791" y="2358"/>
                </a:lnTo>
                <a:lnTo>
                  <a:pt x="4778" y="2358"/>
                </a:lnTo>
                <a:lnTo>
                  <a:pt x="4769" y="2380"/>
                </a:lnTo>
                <a:lnTo>
                  <a:pt x="4753" y="2400"/>
                </a:lnTo>
                <a:lnTo>
                  <a:pt x="4733" y="2414"/>
                </a:lnTo>
                <a:lnTo>
                  <a:pt x="4709" y="2421"/>
                </a:lnTo>
                <a:lnTo>
                  <a:pt x="4704" y="2430"/>
                </a:lnTo>
                <a:lnTo>
                  <a:pt x="4704" y="2438"/>
                </a:lnTo>
                <a:lnTo>
                  <a:pt x="4704" y="2443"/>
                </a:lnTo>
                <a:lnTo>
                  <a:pt x="4704" y="2449"/>
                </a:lnTo>
                <a:lnTo>
                  <a:pt x="4702" y="2454"/>
                </a:lnTo>
                <a:lnTo>
                  <a:pt x="4693" y="2456"/>
                </a:lnTo>
                <a:lnTo>
                  <a:pt x="4677" y="2458"/>
                </a:lnTo>
                <a:lnTo>
                  <a:pt x="4677" y="2454"/>
                </a:lnTo>
                <a:lnTo>
                  <a:pt x="4673" y="2454"/>
                </a:lnTo>
                <a:lnTo>
                  <a:pt x="4673" y="2458"/>
                </a:lnTo>
                <a:lnTo>
                  <a:pt x="4677" y="2460"/>
                </a:lnTo>
                <a:lnTo>
                  <a:pt x="4678" y="2461"/>
                </a:lnTo>
                <a:lnTo>
                  <a:pt x="4680" y="2463"/>
                </a:lnTo>
                <a:lnTo>
                  <a:pt x="4680" y="2465"/>
                </a:lnTo>
                <a:lnTo>
                  <a:pt x="4680" y="2467"/>
                </a:lnTo>
                <a:lnTo>
                  <a:pt x="4680" y="2469"/>
                </a:lnTo>
                <a:lnTo>
                  <a:pt x="4678" y="2472"/>
                </a:lnTo>
                <a:lnTo>
                  <a:pt x="4677" y="2474"/>
                </a:lnTo>
                <a:lnTo>
                  <a:pt x="4673" y="2478"/>
                </a:lnTo>
                <a:lnTo>
                  <a:pt x="4671" y="2480"/>
                </a:lnTo>
                <a:lnTo>
                  <a:pt x="4669" y="2481"/>
                </a:lnTo>
                <a:lnTo>
                  <a:pt x="4668" y="2481"/>
                </a:lnTo>
                <a:lnTo>
                  <a:pt x="4671" y="2501"/>
                </a:lnTo>
                <a:lnTo>
                  <a:pt x="4669" y="2505"/>
                </a:lnTo>
                <a:lnTo>
                  <a:pt x="4664" y="2509"/>
                </a:lnTo>
                <a:lnTo>
                  <a:pt x="4657" y="2514"/>
                </a:lnTo>
                <a:lnTo>
                  <a:pt x="4651" y="2518"/>
                </a:lnTo>
                <a:lnTo>
                  <a:pt x="4648" y="2521"/>
                </a:lnTo>
                <a:lnTo>
                  <a:pt x="4644" y="2534"/>
                </a:lnTo>
                <a:lnTo>
                  <a:pt x="4642" y="2550"/>
                </a:lnTo>
                <a:lnTo>
                  <a:pt x="4644" y="2565"/>
                </a:lnTo>
                <a:lnTo>
                  <a:pt x="4644" y="2578"/>
                </a:lnTo>
                <a:lnTo>
                  <a:pt x="4642" y="2580"/>
                </a:lnTo>
                <a:lnTo>
                  <a:pt x="4638" y="2581"/>
                </a:lnTo>
                <a:lnTo>
                  <a:pt x="4635" y="2585"/>
                </a:lnTo>
                <a:lnTo>
                  <a:pt x="4631" y="2589"/>
                </a:lnTo>
                <a:lnTo>
                  <a:pt x="4629" y="2590"/>
                </a:lnTo>
                <a:lnTo>
                  <a:pt x="4628" y="2592"/>
                </a:lnTo>
                <a:lnTo>
                  <a:pt x="4628" y="2596"/>
                </a:lnTo>
                <a:lnTo>
                  <a:pt x="4631" y="2596"/>
                </a:lnTo>
                <a:lnTo>
                  <a:pt x="4633" y="2605"/>
                </a:lnTo>
                <a:lnTo>
                  <a:pt x="4635" y="2621"/>
                </a:lnTo>
                <a:lnTo>
                  <a:pt x="4635" y="2640"/>
                </a:lnTo>
                <a:lnTo>
                  <a:pt x="4635" y="2660"/>
                </a:lnTo>
                <a:lnTo>
                  <a:pt x="4635" y="2674"/>
                </a:lnTo>
                <a:lnTo>
                  <a:pt x="4635" y="2681"/>
                </a:lnTo>
                <a:lnTo>
                  <a:pt x="4649" y="2703"/>
                </a:lnTo>
                <a:lnTo>
                  <a:pt x="4664" y="2734"/>
                </a:lnTo>
                <a:lnTo>
                  <a:pt x="4675" y="2767"/>
                </a:lnTo>
                <a:lnTo>
                  <a:pt x="4688" y="2801"/>
                </a:lnTo>
                <a:lnTo>
                  <a:pt x="4700" y="2832"/>
                </a:lnTo>
                <a:lnTo>
                  <a:pt x="4715" y="2860"/>
                </a:lnTo>
                <a:lnTo>
                  <a:pt x="4728" y="2880"/>
                </a:lnTo>
                <a:lnTo>
                  <a:pt x="4748" y="2901"/>
                </a:lnTo>
                <a:lnTo>
                  <a:pt x="4768" y="2923"/>
                </a:lnTo>
                <a:lnTo>
                  <a:pt x="4786" y="2947"/>
                </a:lnTo>
                <a:lnTo>
                  <a:pt x="4800" y="2970"/>
                </a:lnTo>
                <a:lnTo>
                  <a:pt x="4806" y="2992"/>
                </a:lnTo>
                <a:lnTo>
                  <a:pt x="4802" y="2998"/>
                </a:lnTo>
                <a:lnTo>
                  <a:pt x="4802" y="3009"/>
                </a:lnTo>
                <a:lnTo>
                  <a:pt x="4806" y="3020"/>
                </a:lnTo>
                <a:lnTo>
                  <a:pt x="4811" y="3032"/>
                </a:lnTo>
                <a:lnTo>
                  <a:pt x="4817" y="3043"/>
                </a:lnTo>
                <a:lnTo>
                  <a:pt x="4822" y="3052"/>
                </a:lnTo>
                <a:lnTo>
                  <a:pt x="4835" y="3076"/>
                </a:lnTo>
                <a:lnTo>
                  <a:pt x="4846" y="3101"/>
                </a:lnTo>
                <a:lnTo>
                  <a:pt x="4858" y="3123"/>
                </a:lnTo>
                <a:lnTo>
                  <a:pt x="4871" y="3143"/>
                </a:lnTo>
                <a:lnTo>
                  <a:pt x="4886" y="3163"/>
                </a:lnTo>
                <a:lnTo>
                  <a:pt x="4900" y="3185"/>
                </a:lnTo>
                <a:lnTo>
                  <a:pt x="4909" y="3209"/>
                </a:lnTo>
                <a:lnTo>
                  <a:pt x="4911" y="3241"/>
                </a:lnTo>
                <a:lnTo>
                  <a:pt x="4913" y="3280"/>
                </a:lnTo>
                <a:lnTo>
                  <a:pt x="4915" y="3318"/>
                </a:lnTo>
                <a:lnTo>
                  <a:pt x="4917" y="3350"/>
                </a:lnTo>
                <a:lnTo>
                  <a:pt x="4915" y="3354"/>
                </a:lnTo>
                <a:lnTo>
                  <a:pt x="4913" y="3358"/>
                </a:lnTo>
                <a:lnTo>
                  <a:pt x="4909" y="3361"/>
                </a:lnTo>
                <a:lnTo>
                  <a:pt x="4906" y="3365"/>
                </a:lnTo>
                <a:lnTo>
                  <a:pt x="4902" y="3369"/>
                </a:lnTo>
                <a:lnTo>
                  <a:pt x="4900" y="3370"/>
                </a:lnTo>
                <a:lnTo>
                  <a:pt x="4898" y="3381"/>
                </a:lnTo>
                <a:lnTo>
                  <a:pt x="4902" y="3390"/>
                </a:lnTo>
                <a:lnTo>
                  <a:pt x="4906" y="3400"/>
                </a:lnTo>
                <a:lnTo>
                  <a:pt x="4909" y="3407"/>
                </a:lnTo>
                <a:lnTo>
                  <a:pt x="4909" y="3414"/>
                </a:lnTo>
                <a:lnTo>
                  <a:pt x="4908" y="3416"/>
                </a:lnTo>
                <a:lnTo>
                  <a:pt x="4906" y="3418"/>
                </a:lnTo>
                <a:lnTo>
                  <a:pt x="4904" y="3418"/>
                </a:lnTo>
                <a:lnTo>
                  <a:pt x="4902" y="3418"/>
                </a:lnTo>
                <a:lnTo>
                  <a:pt x="4900" y="3420"/>
                </a:lnTo>
                <a:lnTo>
                  <a:pt x="4900" y="3421"/>
                </a:lnTo>
                <a:lnTo>
                  <a:pt x="4898" y="3425"/>
                </a:lnTo>
                <a:lnTo>
                  <a:pt x="4897" y="3430"/>
                </a:lnTo>
                <a:lnTo>
                  <a:pt x="4897" y="3438"/>
                </a:lnTo>
                <a:lnTo>
                  <a:pt x="4871" y="3441"/>
                </a:lnTo>
                <a:lnTo>
                  <a:pt x="4848" y="3450"/>
                </a:lnTo>
                <a:lnTo>
                  <a:pt x="4824" y="3460"/>
                </a:lnTo>
                <a:lnTo>
                  <a:pt x="4798" y="3465"/>
                </a:lnTo>
                <a:lnTo>
                  <a:pt x="4797" y="3460"/>
                </a:lnTo>
                <a:lnTo>
                  <a:pt x="4795" y="3456"/>
                </a:lnTo>
                <a:lnTo>
                  <a:pt x="4793" y="3452"/>
                </a:lnTo>
                <a:lnTo>
                  <a:pt x="4791" y="3449"/>
                </a:lnTo>
                <a:lnTo>
                  <a:pt x="4789" y="3443"/>
                </a:lnTo>
                <a:lnTo>
                  <a:pt x="4788" y="3438"/>
                </a:lnTo>
                <a:lnTo>
                  <a:pt x="4789" y="3436"/>
                </a:lnTo>
                <a:lnTo>
                  <a:pt x="4791" y="3434"/>
                </a:lnTo>
                <a:lnTo>
                  <a:pt x="4793" y="3432"/>
                </a:lnTo>
                <a:lnTo>
                  <a:pt x="4793" y="3430"/>
                </a:lnTo>
                <a:lnTo>
                  <a:pt x="4793" y="3429"/>
                </a:lnTo>
                <a:lnTo>
                  <a:pt x="4795" y="3425"/>
                </a:lnTo>
                <a:lnTo>
                  <a:pt x="4778" y="3410"/>
                </a:lnTo>
                <a:lnTo>
                  <a:pt x="4764" y="3390"/>
                </a:lnTo>
                <a:lnTo>
                  <a:pt x="4751" y="3369"/>
                </a:lnTo>
                <a:lnTo>
                  <a:pt x="4728" y="3369"/>
                </a:lnTo>
                <a:lnTo>
                  <a:pt x="4708" y="3365"/>
                </a:lnTo>
                <a:lnTo>
                  <a:pt x="4702" y="3350"/>
                </a:lnTo>
                <a:lnTo>
                  <a:pt x="4695" y="3330"/>
                </a:lnTo>
                <a:lnTo>
                  <a:pt x="4686" y="3310"/>
                </a:lnTo>
                <a:lnTo>
                  <a:pt x="4675" y="3292"/>
                </a:lnTo>
                <a:lnTo>
                  <a:pt x="4662" y="3280"/>
                </a:lnTo>
                <a:lnTo>
                  <a:pt x="4648" y="3272"/>
                </a:lnTo>
                <a:lnTo>
                  <a:pt x="4642" y="3238"/>
                </a:lnTo>
                <a:lnTo>
                  <a:pt x="4615" y="3238"/>
                </a:lnTo>
                <a:lnTo>
                  <a:pt x="4604" y="3220"/>
                </a:lnTo>
                <a:lnTo>
                  <a:pt x="4591" y="3198"/>
                </a:lnTo>
                <a:lnTo>
                  <a:pt x="4578" y="3172"/>
                </a:lnTo>
                <a:lnTo>
                  <a:pt x="4568" y="3149"/>
                </a:lnTo>
                <a:lnTo>
                  <a:pt x="4562" y="3129"/>
                </a:lnTo>
                <a:lnTo>
                  <a:pt x="4568" y="3130"/>
                </a:lnTo>
                <a:lnTo>
                  <a:pt x="4569" y="3130"/>
                </a:lnTo>
                <a:lnTo>
                  <a:pt x="4571" y="3130"/>
                </a:lnTo>
                <a:lnTo>
                  <a:pt x="4573" y="3130"/>
                </a:lnTo>
                <a:lnTo>
                  <a:pt x="4575" y="3130"/>
                </a:lnTo>
                <a:lnTo>
                  <a:pt x="4578" y="3130"/>
                </a:lnTo>
                <a:lnTo>
                  <a:pt x="4582" y="3130"/>
                </a:lnTo>
                <a:lnTo>
                  <a:pt x="4586" y="3116"/>
                </a:lnTo>
                <a:lnTo>
                  <a:pt x="4589" y="3107"/>
                </a:lnTo>
                <a:lnTo>
                  <a:pt x="4593" y="3100"/>
                </a:lnTo>
                <a:lnTo>
                  <a:pt x="4598" y="3090"/>
                </a:lnTo>
                <a:lnTo>
                  <a:pt x="4591" y="3090"/>
                </a:lnTo>
                <a:lnTo>
                  <a:pt x="4591" y="3094"/>
                </a:lnTo>
                <a:lnTo>
                  <a:pt x="4586" y="3103"/>
                </a:lnTo>
                <a:lnTo>
                  <a:pt x="4582" y="3110"/>
                </a:lnTo>
                <a:lnTo>
                  <a:pt x="4577" y="3116"/>
                </a:lnTo>
                <a:lnTo>
                  <a:pt x="4569" y="3120"/>
                </a:lnTo>
                <a:lnTo>
                  <a:pt x="4555" y="3121"/>
                </a:lnTo>
                <a:lnTo>
                  <a:pt x="4549" y="3112"/>
                </a:lnTo>
                <a:lnTo>
                  <a:pt x="4542" y="3105"/>
                </a:lnTo>
                <a:lnTo>
                  <a:pt x="4544" y="3081"/>
                </a:lnTo>
                <a:lnTo>
                  <a:pt x="4544" y="3056"/>
                </a:lnTo>
                <a:lnTo>
                  <a:pt x="4544" y="3029"/>
                </a:lnTo>
                <a:lnTo>
                  <a:pt x="4540" y="3001"/>
                </a:lnTo>
                <a:lnTo>
                  <a:pt x="4535" y="2978"/>
                </a:lnTo>
                <a:lnTo>
                  <a:pt x="4528" y="2958"/>
                </a:lnTo>
                <a:lnTo>
                  <a:pt x="4513" y="2943"/>
                </a:lnTo>
                <a:lnTo>
                  <a:pt x="4495" y="2934"/>
                </a:lnTo>
                <a:lnTo>
                  <a:pt x="4484" y="2934"/>
                </a:lnTo>
                <a:lnTo>
                  <a:pt x="4471" y="2927"/>
                </a:lnTo>
                <a:lnTo>
                  <a:pt x="4458" y="2916"/>
                </a:lnTo>
                <a:lnTo>
                  <a:pt x="4446" y="2901"/>
                </a:lnTo>
                <a:lnTo>
                  <a:pt x="4435" y="2889"/>
                </a:lnTo>
                <a:lnTo>
                  <a:pt x="4428" y="2878"/>
                </a:lnTo>
                <a:lnTo>
                  <a:pt x="4424" y="2876"/>
                </a:lnTo>
                <a:lnTo>
                  <a:pt x="4420" y="2874"/>
                </a:lnTo>
                <a:lnTo>
                  <a:pt x="4415" y="2874"/>
                </a:lnTo>
                <a:lnTo>
                  <a:pt x="4411" y="2872"/>
                </a:lnTo>
                <a:lnTo>
                  <a:pt x="4408" y="2870"/>
                </a:lnTo>
                <a:lnTo>
                  <a:pt x="4398" y="2854"/>
                </a:lnTo>
                <a:lnTo>
                  <a:pt x="4382" y="2841"/>
                </a:lnTo>
                <a:lnTo>
                  <a:pt x="4364" y="2836"/>
                </a:lnTo>
                <a:lnTo>
                  <a:pt x="4342" y="2832"/>
                </a:lnTo>
                <a:lnTo>
                  <a:pt x="4318" y="2834"/>
                </a:lnTo>
                <a:lnTo>
                  <a:pt x="4322" y="2858"/>
                </a:lnTo>
                <a:lnTo>
                  <a:pt x="4295" y="2869"/>
                </a:lnTo>
                <a:lnTo>
                  <a:pt x="4273" y="2880"/>
                </a:lnTo>
                <a:lnTo>
                  <a:pt x="4249" y="2890"/>
                </a:lnTo>
                <a:lnTo>
                  <a:pt x="4226" y="2900"/>
                </a:lnTo>
                <a:lnTo>
                  <a:pt x="4197" y="2905"/>
                </a:lnTo>
                <a:lnTo>
                  <a:pt x="4193" y="2901"/>
                </a:lnTo>
                <a:lnTo>
                  <a:pt x="4191" y="2898"/>
                </a:lnTo>
                <a:lnTo>
                  <a:pt x="4188" y="2896"/>
                </a:lnTo>
                <a:lnTo>
                  <a:pt x="4184" y="2892"/>
                </a:lnTo>
                <a:lnTo>
                  <a:pt x="4184" y="2869"/>
                </a:lnTo>
                <a:lnTo>
                  <a:pt x="4175" y="2861"/>
                </a:lnTo>
                <a:lnTo>
                  <a:pt x="4158" y="2852"/>
                </a:lnTo>
                <a:lnTo>
                  <a:pt x="4137" y="2843"/>
                </a:lnTo>
                <a:lnTo>
                  <a:pt x="4111" y="2834"/>
                </a:lnTo>
                <a:lnTo>
                  <a:pt x="4088" y="2825"/>
                </a:lnTo>
                <a:lnTo>
                  <a:pt x="4068" y="2820"/>
                </a:lnTo>
                <a:lnTo>
                  <a:pt x="4051" y="2816"/>
                </a:lnTo>
                <a:lnTo>
                  <a:pt x="4048" y="2816"/>
                </a:lnTo>
                <a:lnTo>
                  <a:pt x="4038" y="2820"/>
                </a:lnTo>
                <a:lnTo>
                  <a:pt x="4028" y="2823"/>
                </a:lnTo>
                <a:lnTo>
                  <a:pt x="4018" y="2825"/>
                </a:lnTo>
                <a:lnTo>
                  <a:pt x="4011" y="2827"/>
                </a:lnTo>
                <a:lnTo>
                  <a:pt x="4000" y="2829"/>
                </a:lnTo>
                <a:lnTo>
                  <a:pt x="3988" y="2829"/>
                </a:lnTo>
                <a:lnTo>
                  <a:pt x="3977" y="2827"/>
                </a:lnTo>
                <a:lnTo>
                  <a:pt x="3971" y="2827"/>
                </a:lnTo>
                <a:lnTo>
                  <a:pt x="3969" y="2830"/>
                </a:lnTo>
                <a:lnTo>
                  <a:pt x="3966" y="2832"/>
                </a:lnTo>
                <a:lnTo>
                  <a:pt x="3964" y="2838"/>
                </a:lnTo>
                <a:lnTo>
                  <a:pt x="3962" y="2841"/>
                </a:lnTo>
                <a:lnTo>
                  <a:pt x="3958" y="2843"/>
                </a:lnTo>
                <a:lnTo>
                  <a:pt x="3949" y="2847"/>
                </a:lnTo>
                <a:lnTo>
                  <a:pt x="3931" y="2852"/>
                </a:lnTo>
                <a:lnTo>
                  <a:pt x="3911" y="2858"/>
                </a:lnTo>
                <a:lnTo>
                  <a:pt x="3889" y="2861"/>
                </a:lnTo>
                <a:lnTo>
                  <a:pt x="3875" y="2863"/>
                </a:lnTo>
                <a:lnTo>
                  <a:pt x="3875" y="2858"/>
                </a:lnTo>
                <a:lnTo>
                  <a:pt x="3875" y="2856"/>
                </a:lnTo>
                <a:lnTo>
                  <a:pt x="3877" y="2854"/>
                </a:lnTo>
                <a:lnTo>
                  <a:pt x="3877" y="2852"/>
                </a:lnTo>
                <a:lnTo>
                  <a:pt x="3878" y="2850"/>
                </a:lnTo>
                <a:lnTo>
                  <a:pt x="3882" y="2849"/>
                </a:lnTo>
                <a:lnTo>
                  <a:pt x="3889" y="2847"/>
                </a:lnTo>
                <a:lnTo>
                  <a:pt x="3895" y="2845"/>
                </a:lnTo>
                <a:lnTo>
                  <a:pt x="3898" y="2843"/>
                </a:lnTo>
                <a:lnTo>
                  <a:pt x="3893" y="2840"/>
                </a:lnTo>
                <a:lnTo>
                  <a:pt x="3886" y="2836"/>
                </a:lnTo>
                <a:lnTo>
                  <a:pt x="3882" y="2830"/>
                </a:lnTo>
                <a:lnTo>
                  <a:pt x="3878" y="2825"/>
                </a:lnTo>
                <a:lnTo>
                  <a:pt x="3875" y="2820"/>
                </a:lnTo>
                <a:lnTo>
                  <a:pt x="3871" y="2820"/>
                </a:lnTo>
                <a:lnTo>
                  <a:pt x="3871" y="2847"/>
                </a:lnTo>
                <a:lnTo>
                  <a:pt x="3848" y="2845"/>
                </a:lnTo>
                <a:lnTo>
                  <a:pt x="3820" y="2845"/>
                </a:lnTo>
                <a:lnTo>
                  <a:pt x="3793" y="2847"/>
                </a:lnTo>
                <a:lnTo>
                  <a:pt x="3766" y="2849"/>
                </a:lnTo>
                <a:lnTo>
                  <a:pt x="3740" y="2854"/>
                </a:lnTo>
                <a:lnTo>
                  <a:pt x="3722" y="2861"/>
                </a:lnTo>
                <a:lnTo>
                  <a:pt x="3718" y="2863"/>
                </a:lnTo>
                <a:lnTo>
                  <a:pt x="3718" y="2867"/>
                </a:lnTo>
                <a:lnTo>
                  <a:pt x="3717" y="2870"/>
                </a:lnTo>
                <a:lnTo>
                  <a:pt x="3717" y="2876"/>
                </a:lnTo>
                <a:lnTo>
                  <a:pt x="3715" y="2878"/>
                </a:lnTo>
                <a:lnTo>
                  <a:pt x="3713" y="2881"/>
                </a:lnTo>
                <a:lnTo>
                  <a:pt x="3709" y="2883"/>
                </a:lnTo>
                <a:lnTo>
                  <a:pt x="3706" y="2885"/>
                </a:lnTo>
                <a:lnTo>
                  <a:pt x="3706" y="2885"/>
                </a:lnTo>
                <a:lnTo>
                  <a:pt x="3706" y="2885"/>
                </a:lnTo>
                <a:lnTo>
                  <a:pt x="3698" y="2889"/>
                </a:lnTo>
                <a:lnTo>
                  <a:pt x="3688" y="2894"/>
                </a:lnTo>
                <a:lnTo>
                  <a:pt x="3677" y="2898"/>
                </a:lnTo>
                <a:lnTo>
                  <a:pt x="3673" y="2901"/>
                </a:lnTo>
                <a:lnTo>
                  <a:pt x="3673" y="2905"/>
                </a:lnTo>
                <a:lnTo>
                  <a:pt x="3678" y="2905"/>
                </a:lnTo>
                <a:lnTo>
                  <a:pt x="3682" y="2907"/>
                </a:lnTo>
                <a:lnTo>
                  <a:pt x="3686" y="2907"/>
                </a:lnTo>
                <a:lnTo>
                  <a:pt x="3689" y="2909"/>
                </a:lnTo>
                <a:lnTo>
                  <a:pt x="3691" y="2901"/>
                </a:lnTo>
                <a:lnTo>
                  <a:pt x="3693" y="2898"/>
                </a:lnTo>
                <a:lnTo>
                  <a:pt x="3695" y="2894"/>
                </a:lnTo>
                <a:lnTo>
                  <a:pt x="3698" y="2892"/>
                </a:lnTo>
                <a:lnTo>
                  <a:pt x="3700" y="2889"/>
                </a:lnTo>
                <a:lnTo>
                  <a:pt x="3706" y="2885"/>
                </a:lnTo>
                <a:lnTo>
                  <a:pt x="3706" y="2885"/>
                </a:lnTo>
                <a:lnTo>
                  <a:pt x="3708" y="2887"/>
                </a:lnTo>
                <a:lnTo>
                  <a:pt x="3709" y="2887"/>
                </a:lnTo>
                <a:lnTo>
                  <a:pt x="3711" y="2887"/>
                </a:lnTo>
                <a:lnTo>
                  <a:pt x="3711" y="2887"/>
                </a:lnTo>
                <a:lnTo>
                  <a:pt x="3713" y="2889"/>
                </a:lnTo>
                <a:lnTo>
                  <a:pt x="3722" y="2903"/>
                </a:lnTo>
                <a:lnTo>
                  <a:pt x="3726" y="2918"/>
                </a:lnTo>
                <a:lnTo>
                  <a:pt x="3726" y="2936"/>
                </a:lnTo>
                <a:lnTo>
                  <a:pt x="3706" y="2932"/>
                </a:lnTo>
                <a:lnTo>
                  <a:pt x="3706" y="2936"/>
                </a:lnTo>
                <a:lnTo>
                  <a:pt x="3708" y="2940"/>
                </a:lnTo>
                <a:lnTo>
                  <a:pt x="3709" y="2943"/>
                </a:lnTo>
                <a:lnTo>
                  <a:pt x="3711" y="2947"/>
                </a:lnTo>
                <a:lnTo>
                  <a:pt x="3713" y="2952"/>
                </a:lnTo>
                <a:lnTo>
                  <a:pt x="3708" y="2952"/>
                </a:lnTo>
                <a:lnTo>
                  <a:pt x="3704" y="2952"/>
                </a:lnTo>
                <a:lnTo>
                  <a:pt x="3702" y="2954"/>
                </a:lnTo>
                <a:lnTo>
                  <a:pt x="3700" y="2954"/>
                </a:lnTo>
                <a:lnTo>
                  <a:pt x="3700" y="2954"/>
                </a:lnTo>
                <a:lnTo>
                  <a:pt x="3698" y="2958"/>
                </a:lnTo>
                <a:lnTo>
                  <a:pt x="3697" y="2960"/>
                </a:lnTo>
                <a:lnTo>
                  <a:pt x="3700" y="2960"/>
                </a:lnTo>
                <a:lnTo>
                  <a:pt x="3711" y="2969"/>
                </a:lnTo>
                <a:lnTo>
                  <a:pt x="3720" y="2970"/>
                </a:lnTo>
                <a:lnTo>
                  <a:pt x="3731" y="2972"/>
                </a:lnTo>
                <a:lnTo>
                  <a:pt x="3746" y="2976"/>
                </a:lnTo>
                <a:lnTo>
                  <a:pt x="3755" y="2981"/>
                </a:lnTo>
                <a:lnTo>
                  <a:pt x="3768" y="2990"/>
                </a:lnTo>
                <a:lnTo>
                  <a:pt x="3778" y="2998"/>
                </a:lnTo>
                <a:lnTo>
                  <a:pt x="3789" y="3005"/>
                </a:lnTo>
                <a:lnTo>
                  <a:pt x="3782" y="3025"/>
                </a:lnTo>
                <a:lnTo>
                  <a:pt x="3773" y="3045"/>
                </a:lnTo>
                <a:lnTo>
                  <a:pt x="3768" y="3041"/>
                </a:lnTo>
                <a:lnTo>
                  <a:pt x="3766" y="3040"/>
                </a:lnTo>
                <a:lnTo>
                  <a:pt x="3762" y="3038"/>
                </a:lnTo>
                <a:lnTo>
                  <a:pt x="3760" y="3036"/>
                </a:lnTo>
                <a:lnTo>
                  <a:pt x="3757" y="3034"/>
                </a:lnTo>
                <a:lnTo>
                  <a:pt x="3753" y="3032"/>
                </a:lnTo>
                <a:lnTo>
                  <a:pt x="3751" y="3038"/>
                </a:lnTo>
                <a:lnTo>
                  <a:pt x="3749" y="3043"/>
                </a:lnTo>
                <a:lnTo>
                  <a:pt x="3748" y="3047"/>
                </a:lnTo>
                <a:lnTo>
                  <a:pt x="3744" y="3049"/>
                </a:lnTo>
                <a:lnTo>
                  <a:pt x="3740" y="3050"/>
                </a:lnTo>
                <a:lnTo>
                  <a:pt x="3733" y="3052"/>
                </a:lnTo>
                <a:lnTo>
                  <a:pt x="3733" y="3043"/>
                </a:lnTo>
                <a:lnTo>
                  <a:pt x="3733" y="3036"/>
                </a:lnTo>
                <a:lnTo>
                  <a:pt x="3733" y="3030"/>
                </a:lnTo>
                <a:lnTo>
                  <a:pt x="3733" y="3029"/>
                </a:lnTo>
                <a:lnTo>
                  <a:pt x="3724" y="3012"/>
                </a:lnTo>
                <a:lnTo>
                  <a:pt x="3709" y="3010"/>
                </a:lnTo>
                <a:lnTo>
                  <a:pt x="3700" y="3009"/>
                </a:lnTo>
                <a:lnTo>
                  <a:pt x="3691" y="3007"/>
                </a:lnTo>
                <a:lnTo>
                  <a:pt x="3680" y="3003"/>
                </a:lnTo>
                <a:lnTo>
                  <a:pt x="3680" y="2998"/>
                </a:lnTo>
                <a:lnTo>
                  <a:pt x="3678" y="2992"/>
                </a:lnTo>
                <a:lnTo>
                  <a:pt x="3677" y="2989"/>
                </a:lnTo>
                <a:lnTo>
                  <a:pt x="3675" y="2987"/>
                </a:lnTo>
                <a:lnTo>
                  <a:pt x="3669" y="2985"/>
                </a:lnTo>
                <a:lnTo>
                  <a:pt x="3664" y="2985"/>
                </a:lnTo>
                <a:lnTo>
                  <a:pt x="3657" y="2983"/>
                </a:lnTo>
                <a:lnTo>
                  <a:pt x="3657" y="2980"/>
                </a:lnTo>
                <a:lnTo>
                  <a:pt x="3653" y="2980"/>
                </a:lnTo>
                <a:lnTo>
                  <a:pt x="3658" y="2996"/>
                </a:lnTo>
                <a:lnTo>
                  <a:pt x="3662" y="3012"/>
                </a:lnTo>
                <a:lnTo>
                  <a:pt x="3660" y="3027"/>
                </a:lnTo>
                <a:lnTo>
                  <a:pt x="3653" y="3030"/>
                </a:lnTo>
                <a:lnTo>
                  <a:pt x="3646" y="3034"/>
                </a:lnTo>
                <a:lnTo>
                  <a:pt x="3640" y="3040"/>
                </a:lnTo>
                <a:lnTo>
                  <a:pt x="3628" y="3036"/>
                </a:lnTo>
                <a:lnTo>
                  <a:pt x="3628" y="3016"/>
                </a:lnTo>
                <a:lnTo>
                  <a:pt x="3597" y="3010"/>
                </a:lnTo>
                <a:lnTo>
                  <a:pt x="3597" y="3030"/>
                </a:lnTo>
                <a:lnTo>
                  <a:pt x="3591" y="3034"/>
                </a:lnTo>
                <a:lnTo>
                  <a:pt x="3589" y="3036"/>
                </a:lnTo>
                <a:lnTo>
                  <a:pt x="3586" y="3036"/>
                </a:lnTo>
                <a:lnTo>
                  <a:pt x="3582" y="3038"/>
                </a:lnTo>
                <a:lnTo>
                  <a:pt x="3577" y="3040"/>
                </a:lnTo>
                <a:lnTo>
                  <a:pt x="3560" y="3032"/>
                </a:lnTo>
                <a:lnTo>
                  <a:pt x="3542" y="3029"/>
                </a:lnTo>
                <a:lnTo>
                  <a:pt x="3524" y="3027"/>
                </a:lnTo>
                <a:lnTo>
                  <a:pt x="3515" y="3009"/>
                </a:lnTo>
                <a:lnTo>
                  <a:pt x="3502" y="2994"/>
                </a:lnTo>
                <a:lnTo>
                  <a:pt x="3484" y="2983"/>
                </a:lnTo>
                <a:lnTo>
                  <a:pt x="3464" y="2983"/>
                </a:lnTo>
                <a:lnTo>
                  <a:pt x="3444" y="2954"/>
                </a:lnTo>
                <a:lnTo>
                  <a:pt x="3438" y="2956"/>
                </a:lnTo>
                <a:lnTo>
                  <a:pt x="3433" y="2958"/>
                </a:lnTo>
                <a:lnTo>
                  <a:pt x="3428" y="2958"/>
                </a:lnTo>
                <a:lnTo>
                  <a:pt x="3418" y="2958"/>
                </a:lnTo>
                <a:lnTo>
                  <a:pt x="3418" y="2954"/>
                </a:lnTo>
                <a:lnTo>
                  <a:pt x="3418" y="2952"/>
                </a:lnTo>
                <a:lnTo>
                  <a:pt x="3418" y="2950"/>
                </a:lnTo>
                <a:lnTo>
                  <a:pt x="3417" y="2949"/>
                </a:lnTo>
                <a:lnTo>
                  <a:pt x="3415" y="2947"/>
                </a:lnTo>
                <a:lnTo>
                  <a:pt x="3411" y="2949"/>
                </a:lnTo>
                <a:lnTo>
                  <a:pt x="3404" y="2952"/>
                </a:lnTo>
                <a:lnTo>
                  <a:pt x="3398" y="2954"/>
                </a:lnTo>
                <a:lnTo>
                  <a:pt x="3402" y="2958"/>
                </a:lnTo>
                <a:lnTo>
                  <a:pt x="3404" y="2961"/>
                </a:lnTo>
                <a:lnTo>
                  <a:pt x="3404" y="2963"/>
                </a:lnTo>
                <a:lnTo>
                  <a:pt x="3406" y="2967"/>
                </a:lnTo>
                <a:lnTo>
                  <a:pt x="3406" y="2972"/>
                </a:lnTo>
                <a:lnTo>
                  <a:pt x="3408" y="2978"/>
                </a:lnTo>
                <a:lnTo>
                  <a:pt x="3398" y="2978"/>
                </a:lnTo>
                <a:lnTo>
                  <a:pt x="3377" y="2987"/>
                </a:lnTo>
                <a:lnTo>
                  <a:pt x="3353" y="2990"/>
                </a:lnTo>
                <a:lnTo>
                  <a:pt x="3326" y="2989"/>
                </a:lnTo>
                <a:lnTo>
                  <a:pt x="3298" y="2983"/>
                </a:lnTo>
                <a:lnTo>
                  <a:pt x="3271" y="2978"/>
                </a:lnTo>
                <a:lnTo>
                  <a:pt x="3242" y="2974"/>
                </a:lnTo>
                <a:lnTo>
                  <a:pt x="3213" y="2974"/>
                </a:lnTo>
                <a:lnTo>
                  <a:pt x="3186" y="2981"/>
                </a:lnTo>
                <a:lnTo>
                  <a:pt x="3153" y="2992"/>
                </a:lnTo>
                <a:lnTo>
                  <a:pt x="3118" y="3007"/>
                </a:lnTo>
                <a:lnTo>
                  <a:pt x="3084" y="3021"/>
                </a:lnTo>
                <a:lnTo>
                  <a:pt x="3051" y="3040"/>
                </a:lnTo>
                <a:lnTo>
                  <a:pt x="3026" y="3060"/>
                </a:lnTo>
                <a:lnTo>
                  <a:pt x="3020" y="3067"/>
                </a:lnTo>
                <a:lnTo>
                  <a:pt x="3017" y="3078"/>
                </a:lnTo>
                <a:lnTo>
                  <a:pt x="3011" y="3090"/>
                </a:lnTo>
                <a:lnTo>
                  <a:pt x="3006" y="3098"/>
                </a:lnTo>
                <a:lnTo>
                  <a:pt x="2993" y="3107"/>
                </a:lnTo>
                <a:lnTo>
                  <a:pt x="2978" y="3112"/>
                </a:lnTo>
                <a:lnTo>
                  <a:pt x="2966" y="3121"/>
                </a:lnTo>
                <a:lnTo>
                  <a:pt x="2949" y="3121"/>
                </a:lnTo>
                <a:lnTo>
                  <a:pt x="2949" y="3134"/>
                </a:lnTo>
                <a:lnTo>
                  <a:pt x="2933" y="3140"/>
                </a:lnTo>
                <a:lnTo>
                  <a:pt x="2918" y="3147"/>
                </a:lnTo>
                <a:lnTo>
                  <a:pt x="2904" y="3152"/>
                </a:lnTo>
                <a:lnTo>
                  <a:pt x="2886" y="3156"/>
                </a:lnTo>
                <a:lnTo>
                  <a:pt x="2886" y="3152"/>
                </a:lnTo>
                <a:lnTo>
                  <a:pt x="2886" y="3149"/>
                </a:lnTo>
                <a:lnTo>
                  <a:pt x="2888" y="3147"/>
                </a:lnTo>
                <a:lnTo>
                  <a:pt x="2888" y="3145"/>
                </a:lnTo>
                <a:lnTo>
                  <a:pt x="2888" y="3143"/>
                </a:lnTo>
                <a:lnTo>
                  <a:pt x="2886" y="3141"/>
                </a:lnTo>
                <a:lnTo>
                  <a:pt x="2884" y="3140"/>
                </a:lnTo>
                <a:lnTo>
                  <a:pt x="2886" y="3140"/>
                </a:lnTo>
                <a:lnTo>
                  <a:pt x="2888" y="3134"/>
                </a:lnTo>
                <a:lnTo>
                  <a:pt x="2886" y="3129"/>
                </a:lnTo>
                <a:lnTo>
                  <a:pt x="2886" y="3123"/>
                </a:lnTo>
                <a:lnTo>
                  <a:pt x="2886" y="3121"/>
                </a:lnTo>
                <a:lnTo>
                  <a:pt x="2888" y="3121"/>
                </a:lnTo>
                <a:lnTo>
                  <a:pt x="2886" y="3121"/>
                </a:lnTo>
                <a:lnTo>
                  <a:pt x="2886" y="3123"/>
                </a:lnTo>
                <a:lnTo>
                  <a:pt x="2886" y="3123"/>
                </a:lnTo>
                <a:lnTo>
                  <a:pt x="2884" y="3127"/>
                </a:lnTo>
                <a:lnTo>
                  <a:pt x="2880" y="3129"/>
                </a:lnTo>
                <a:lnTo>
                  <a:pt x="2878" y="3132"/>
                </a:lnTo>
                <a:lnTo>
                  <a:pt x="2875" y="3134"/>
                </a:lnTo>
                <a:lnTo>
                  <a:pt x="2873" y="3136"/>
                </a:lnTo>
                <a:lnTo>
                  <a:pt x="2873" y="3138"/>
                </a:lnTo>
                <a:lnTo>
                  <a:pt x="2873" y="3138"/>
                </a:lnTo>
                <a:lnTo>
                  <a:pt x="2878" y="3138"/>
                </a:lnTo>
                <a:lnTo>
                  <a:pt x="2880" y="3138"/>
                </a:lnTo>
                <a:lnTo>
                  <a:pt x="2882" y="3140"/>
                </a:lnTo>
                <a:lnTo>
                  <a:pt x="2884" y="3140"/>
                </a:lnTo>
                <a:lnTo>
                  <a:pt x="2884" y="3140"/>
                </a:lnTo>
                <a:lnTo>
                  <a:pt x="2880" y="3147"/>
                </a:lnTo>
                <a:lnTo>
                  <a:pt x="2875" y="3156"/>
                </a:lnTo>
                <a:lnTo>
                  <a:pt x="2873" y="3165"/>
                </a:lnTo>
                <a:lnTo>
                  <a:pt x="2869" y="3167"/>
                </a:lnTo>
                <a:lnTo>
                  <a:pt x="2866" y="3169"/>
                </a:lnTo>
                <a:lnTo>
                  <a:pt x="2864" y="3167"/>
                </a:lnTo>
                <a:lnTo>
                  <a:pt x="2862" y="3167"/>
                </a:lnTo>
                <a:lnTo>
                  <a:pt x="2860" y="3165"/>
                </a:lnTo>
                <a:lnTo>
                  <a:pt x="2860" y="3163"/>
                </a:lnTo>
                <a:lnTo>
                  <a:pt x="2858" y="3161"/>
                </a:lnTo>
                <a:lnTo>
                  <a:pt x="2855" y="3160"/>
                </a:lnTo>
                <a:lnTo>
                  <a:pt x="2851" y="3158"/>
                </a:lnTo>
                <a:lnTo>
                  <a:pt x="2846" y="3156"/>
                </a:lnTo>
                <a:lnTo>
                  <a:pt x="2844" y="3165"/>
                </a:lnTo>
                <a:lnTo>
                  <a:pt x="2842" y="3172"/>
                </a:lnTo>
                <a:lnTo>
                  <a:pt x="2838" y="3178"/>
                </a:lnTo>
                <a:lnTo>
                  <a:pt x="2835" y="3181"/>
                </a:lnTo>
                <a:lnTo>
                  <a:pt x="2828" y="3183"/>
                </a:lnTo>
                <a:lnTo>
                  <a:pt x="2817" y="3183"/>
                </a:lnTo>
                <a:lnTo>
                  <a:pt x="2817" y="3203"/>
                </a:lnTo>
                <a:lnTo>
                  <a:pt x="2813" y="3209"/>
                </a:lnTo>
                <a:lnTo>
                  <a:pt x="2808" y="3212"/>
                </a:lnTo>
                <a:lnTo>
                  <a:pt x="2804" y="3218"/>
                </a:lnTo>
                <a:lnTo>
                  <a:pt x="2800" y="3223"/>
                </a:lnTo>
                <a:lnTo>
                  <a:pt x="2793" y="3227"/>
                </a:lnTo>
                <a:lnTo>
                  <a:pt x="2791" y="3227"/>
                </a:lnTo>
                <a:lnTo>
                  <a:pt x="2789" y="3227"/>
                </a:lnTo>
                <a:lnTo>
                  <a:pt x="2786" y="3225"/>
                </a:lnTo>
                <a:lnTo>
                  <a:pt x="2782" y="3225"/>
                </a:lnTo>
                <a:lnTo>
                  <a:pt x="2777" y="3223"/>
                </a:lnTo>
                <a:lnTo>
                  <a:pt x="2777" y="3227"/>
                </a:lnTo>
                <a:lnTo>
                  <a:pt x="2782" y="3238"/>
                </a:lnTo>
                <a:lnTo>
                  <a:pt x="2784" y="3250"/>
                </a:lnTo>
                <a:lnTo>
                  <a:pt x="2784" y="3269"/>
                </a:lnTo>
                <a:lnTo>
                  <a:pt x="2780" y="3287"/>
                </a:lnTo>
                <a:lnTo>
                  <a:pt x="2775" y="3303"/>
                </a:lnTo>
                <a:lnTo>
                  <a:pt x="2769" y="3318"/>
                </a:lnTo>
                <a:lnTo>
                  <a:pt x="2769" y="3320"/>
                </a:lnTo>
                <a:lnTo>
                  <a:pt x="2768" y="3321"/>
                </a:lnTo>
                <a:lnTo>
                  <a:pt x="2764" y="3325"/>
                </a:lnTo>
                <a:lnTo>
                  <a:pt x="2762" y="3330"/>
                </a:lnTo>
                <a:lnTo>
                  <a:pt x="2758" y="3334"/>
                </a:lnTo>
                <a:lnTo>
                  <a:pt x="2757" y="3338"/>
                </a:lnTo>
                <a:lnTo>
                  <a:pt x="2755" y="3340"/>
                </a:lnTo>
                <a:lnTo>
                  <a:pt x="2753" y="3341"/>
                </a:lnTo>
                <a:lnTo>
                  <a:pt x="2762" y="3354"/>
                </a:lnTo>
                <a:lnTo>
                  <a:pt x="2769" y="3374"/>
                </a:lnTo>
                <a:lnTo>
                  <a:pt x="2777" y="3398"/>
                </a:lnTo>
                <a:lnTo>
                  <a:pt x="2782" y="3421"/>
                </a:lnTo>
                <a:lnTo>
                  <a:pt x="2788" y="3443"/>
                </a:lnTo>
                <a:lnTo>
                  <a:pt x="2793" y="3460"/>
                </a:lnTo>
                <a:lnTo>
                  <a:pt x="2798" y="3467"/>
                </a:lnTo>
                <a:lnTo>
                  <a:pt x="2804" y="3470"/>
                </a:lnTo>
                <a:lnTo>
                  <a:pt x="2809" y="3474"/>
                </a:lnTo>
                <a:lnTo>
                  <a:pt x="2815" y="3480"/>
                </a:lnTo>
                <a:lnTo>
                  <a:pt x="2818" y="3492"/>
                </a:lnTo>
                <a:lnTo>
                  <a:pt x="2813" y="3492"/>
                </a:lnTo>
                <a:lnTo>
                  <a:pt x="2813" y="3496"/>
                </a:lnTo>
                <a:lnTo>
                  <a:pt x="2798" y="3498"/>
                </a:lnTo>
                <a:lnTo>
                  <a:pt x="2788" y="3500"/>
                </a:lnTo>
                <a:lnTo>
                  <a:pt x="2777" y="3501"/>
                </a:lnTo>
                <a:lnTo>
                  <a:pt x="2762" y="3503"/>
                </a:lnTo>
                <a:lnTo>
                  <a:pt x="2749" y="3489"/>
                </a:lnTo>
                <a:lnTo>
                  <a:pt x="2737" y="3483"/>
                </a:lnTo>
                <a:lnTo>
                  <a:pt x="2722" y="3481"/>
                </a:lnTo>
                <a:lnTo>
                  <a:pt x="2708" y="3481"/>
                </a:lnTo>
                <a:lnTo>
                  <a:pt x="2689" y="3480"/>
                </a:lnTo>
                <a:lnTo>
                  <a:pt x="2669" y="3474"/>
                </a:lnTo>
                <a:lnTo>
                  <a:pt x="2666" y="3472"/>
                </a:lnTo>
                <a:lnTo>
                  <a:pt x="2662" y="3469"/>
                </a:lnTo>
                <a:lnTo>
                  <a:pt x="2660" y="3465"/>
                </a:lnTo>
                <a:lnTo>
                  <a:pt x="2658" y="3461"/>
                </a:lnTo>
                <a:lnTo>
                  <a:pt x="2657" y="3458"/>
                </a:lnTo>
                <a:lnTo>
                  <a:pt x="2653" y="3454"/>
                </a:lnTo>
                <a:lnTo>
                  <a:pt x="2618" y="3450"/>
                </a:lnTo>
                <a:lnTo>
                  <a:pt x="2615" y="3449"/>
                </a:lnTo>
                <a:lnTo>
                  <a:pt x="2615" y="3445"/>
                </a:lnTo>
                <a:lnTo>
                  <a:pt x="2613" y="3441"/>
                </a:lnTo>
                <a:lnTo>
                  <a:pt x="2611" y="3438"/>
                </a:lnTo>
                <a:lnTo>
                  <a:pt x="2609" y="3434"/>
                </a:lnTo>
                <a:lnTo>
                  <a:pt x="2562" y="3427"/>
                </a:lnTo>
                <a:lnTo>
                  <a:pt x="2558" y="3403"/>
                </a:lnTo>
                <a:lnTo>
                  <a:pt x="2551" y="3380"/>
                </a:lnTo>
                <a:lnTo>
                  <a:pt x="2538" y="3356"/>
                </a:lnTo>
                <a:lnTo>
                  <a:pt x="2528" y="3334"/>
                </a:lnTo>
                <a:lnTo>
                  <a:pt x="2517" y="3309"/>
                </a:lnTo>
                <a:lnTo>
                  <a:pt x="2509" y="3280"/>
                </a:lnTo>
                <a:lnTo>
                  <a:pt x="2506" y="3249"/>
                </a:lnTo>
                <a:lnTo>
                  <a:pt x="2484" y="3236"/>
                </a:lnTo>
                <a:lnTo>
                  <a:pt x="2464" y="3214"/>
                </a:lnTo>
                <a:lnTo>
                  <a:pt x="2442" y="3185"/>
                </a:lnTo>
                <a:lnTo>
                  <a:pt x="2422" y="3152"/>
                </a:lnTo>
                <a:lnTo>
                  <a:pt x="2404" y="3120"/>
                </a:lnTo>
                <a:lnTo>
                  <a:pt x="2389" y="3090"/>
                </a:lnTo>
                <a:lnTo>
                  <a:pt x="2377" y="3065"/>
                </a:lnTo>
                <a:lnTo>
                  <a:pt x="2364" y="3041"/>
                </a:lnTo>
                <a:lnTo>
                  <a:pt x="2348" y="3014"/>
                </a:lnTo>
                <a:lnTo>
                  <a:pt x="2324" y="2990"/>
                </a:lnTo>
                <a:lnTo>
                  <a:pt x="2300" y="2972"/>
                </a:lnTo>
                <a:lnTo>
                  <a:pt x="2273" y="2961"/>
                </a:lnTo>
                <a:lnTo>
                  <a:pt x="2273" y="2947"/>
                </a:lnTo>
                <a:lnTo>
                  <a:pt x="2269" y="2943"/>
                </a:lnTo>
                <a:lnTo>
                  <a:pt x="2266" y="2940"/>
                </a:lnTo>
                <a:lnTo>
                  <a:pt x="2264" y="2936"/>
                </a:lnTo>
                <a:lnTo>
                  <a:pt x="2260" y="2930"/>
                </a:lnTo>
                <a:lnTo>
                  <a:pt x="2242" y="2934"/>
                </a:lnTo>
                <a:lnTo>
                  <a:pt x="2217" y="2934"/>
                </a:lnTo>
                <a:lnTo>
                  <a:pt x="2189" y="2930"/>
                </a:lnTo>
                <a:lnTo>
                  <a:pt x="2188" y="2929"/>
                </a:lnTo>
                <a:lnTo>
                  <a:pt x="2184" y="2927"/>
                </a:lnTo>
                <a:lnTo>
                  <a:pt x="2182" y="2923"/>
                </a:lnTo>
                <a:lnTo>
                  <a:pt x="2178" y="2921"/>
                </a:lnTo>
                <a:lnTo>
                  <a:pt x="2175" y="2920"/>
                </a:lnTo>
                <a:lnTo>
                  <a:pt x="2173" y="2918"/>
                </a:lnTo>
                <a:lnTo>
                  <a:pt x="2168" y="2920"/>
                </a:lnTo>
                <a:lnTo>
                  <a:pt x="2155" y="2923"/>
                </a:lnTo>
                <a:lnTo>
                  <a:pt x="2140" y="2927"/>
                </a:lnTo>
                <a:lnTo>
                  <a:pt x="2126" y="2929"/>
                </a:lnTo>
                <a:lnTo>
                  <a:pt x="2117" y="2947"/>
                </a:lnTo>
                <a:lnTo>
                  <a:pt x="2108" y="2965"/>
                </a:lnTo>
                <a:lnTo>
                  <a:pt x="2098" y="2983"/>
                </a:lnTo>
                <a:lnTo>
                  <a:pt x="2093" y="3005"/>
                </a:lnTo>
                <a:lnTo>
                  <a:pt x="2082" y="3005"/>
                </a:lnTo>
                <a:lnTo>
                  <a:pt x="2077" y="3016"/>
                </a:lnTo>
                <a:lnTo>
                  <a:pt x="2068" y="3023"/>
                </a:lnTo>
                <a:lnTo>
                  <a:pt x="2055" y="3027"/>
                </a:lnTo>
                <a:lnTo>
                  <a:pt x="2038" y="3027"/>
                </a:lnTo>
                <a:lnTo>
                  <a:pt x="2020" y="3014"/>
                </a:lnTo>
                <a:lnTo>
                  <a:pt x="1998" y="3000"/>
                </a:lnTo>
                <a:lnTo>
                  <a:pt x="1973" y="2985"/>
                </a:lnTo>
                <a:lnTo>
                  <a:pt x="1948" y="2969"/>
                </a:lnTo>
                <a:lnTo>
                  <a:pt x="1924" y="2954"/>
                </a:lnTo>
                <a:lnTo>
                  <a:pt x="1906" y="2938"/>
                </a:lnTo>
                <a:lnTo>
                  <a:pt x="1893" y="2923"/>
                </a:lnTo>
                <a:lnTo>
                  <a:pt x="1884" y="2901"/>
                </a:lnTo>
                <a:lnTo>
                  <a:pt x="1878" y="2876"/>
                </a:lnTo>
                <a:lnTo>
                  <a:pt x="1875" y="2849"/>
                </a:lnTo>
                <a:lnTo>
                  <a:pt x="1869" y="2823"/>
                </a:lnTo>
                <a:lnTo>
                  <a:pt x="1862" y="2800"/>
                </a:lnTo>
                <a:lnTo>
                  <a:pt x="1849" y="2781"/>
                </a:lnTo>
                <a:lnTo>
                  <a:pt x="1846" y="2778"/>
                </a:lnTo>
                <a:lnTo>
                  <a:pt x="1844" y="2776"/>
                </a:lnTo>
                <a:lnTo>
                  <a:pt x="1842" y="2776"/>
                </a:lnTo>
                <a:lnTo>
                  <a:pt x="1840" y="2774"/>
                </a:lnTo>
                <a:lnTo>
                  <a:pt x="1838" y="2774"/>
                </a:lnTo>
                <a:lnTo>
                  <a:pt x="1837" y="2774"/>
                </a:lnTo>
                <a:lnTo>
                  <a:pt x="1833" y="2772"/>
                </a:lnTo>
                <a:lnTo>
                  <a:pt x="1829" y="2769"/>
                </a:lnTo>
                <a:lnTo>
                  <a:pt x="1813" y="2749"/>
                </a:lnTo>
                <a:lnTo>
                  <a:pt x="1800" y="2725"/>
                </a:lnTo>
                <a:lnTo>
                  <a:pt x="1786" y="2701"/>
                </a:lnTo>
                <a:lnTo>
                  <a:pt x="1737" y="2665"/>
                </a:lnTo>
                <a:lnTo>
                  <a:pt x="1733" y="2649"/>
                </a:lnTo>
                <a:lnTo>
                  <a:pt x="1729" y="2634"/>
                </a:lnTo>
                <a:lnTo>
                  <a:pt x="1677" y="2627"/>
                </a:lnTo>
                <a:lnTo>
                  <a:pt x="1618" y="2620"/>
                </a:lnTo>
                <a:lnTo>
                  <a:pt x="1562" y="2612"/>
                </a:lnTo>
                <a:lnTo>
                  <a:pt x="1509" y="2605"/>
                </a:lnTo>
                <a:lnTo>
                  <a:pt x="1506" y="2656"/>
                </a:lnTo>
                <a:lnTo>
                  <a:pt x="1495" y="2661"/>
                </a:lnTo>
                <a:lnTo>
                  <a:pt x="1482" y="2663"/>
                </a:lnTo>
                <a:lnTo>
                  <a:pt x="1466" y="2663"/>
                </a:lnTo>
                <a:lnTo>
                  <a:pt x="1448" y="2656"/>
                </a:lnTo>
                <a:lnTo>
                  <a:pt x="1426" y="2654"/>
                </a:lnTo>
                <a:lnTo>
                  <a:pt x="1402" y="2654"/>
                </a:lnTo>
                <a:lnTo>
                  <a:pt x="1378" y="2652"/>
                </a:lnTo>
                <a:lnTo>
                  <a:pt x="1333" y="2643"/>
                </a:lnTo>
                <a:lnTo>
                  <a:pt x="1286" y="2640"/>
                </a:lnTo>
                <a:lnTo>
                  <a:pt x="1238" y="2636"/>
                </a:lnTo>
                <a:lnTo>
                  <a:pt x="1191" y="2627"/>
                </a:lnTo>
                <a:lnTo>
                  <a:pt x="1164" y="2618"/>
                </a:lnTo>
                <a:lnTo>
                  <a:pt x="1140" y="2603"/>
                </a:lnTo>
                <a:lnTo>
                  <a:pt x="1117" y="2589"/>
                </a:lnTo>
                <a:lnTo>
                  <a:pt x="1095" y="2574"/>
                </a:lnTo>
                <a:lnTo>
                  <a:pt x="1044" y="2543"/>
                </a:lnTo>
                <a:lnTo>
                  <a:pt x="997" y="2514"/>
                </a:lnTo>
                <a:lnTo>
                  <a:pt x="949" y="2487"/>
                </a:lnTo>
                <a:lnTo>
                  <a:pt x="900" y="2454"/>
                </a:lnTo>
                <a:lnTo>
                  <a:pt x="884" y="2447"/>
                </a:lnTo>
                <a:lnTo>
                  <a:pt x="868" y="2441"/>
                </a:lnTo>
                <a:lnTo>
                  <a:pt x="851" y="2434"/>
                </a:lnTo>
                <a:lnTo>
                  <a:pt x="837" y="2429"/>
                </a:lnTo>
                <a:lnTo>
                  <a:pt x="822" y="2420"/>
                </a:lnTo>
                <a:lnTo>
                  <a:pt x="813" y="2407"/>
                </a:lnTo>
                <a:lnTo>
                  <a:pt x="808" y="2390"/>
                </a:lnTo>
                <a:lnTo>
                  <a:pt x="811" y="2389"/>
                </a:lnTo>
                <a:lnTo>
                  <a:pt x="811" y="2387"/>
                </a:lnTo>
                <a:lnTo>
                  <a:pt x="813" y="2385"/>
                </a:lnTo>
                <a:lnTo>
                  <a:pt x="815" y="2383"/>
                </a:lnTo>
                <a:lnTo>
                  <a:pt x="780" y="2383"/>
                </a:lnTo>
                <a:lnTo>
                  <a:pt x="766" y="2378"/>
                </a:lnTo>
                <a:lnTo>
                  <a:pt x="740" y="2372"/>
                </a:lnTo>
                <a:lnTo>
                  <a:pt x="709" y="2369"/>
                </a:lnTo>
                <a:lnTo>
                  <a:pt x="675" y="2365"/>
                </a:lnTo>
                <a:lnTo>
                  <a:pt x="638" y="2363"/>
                </a:lnTo>
                <a:lnTo>
                  <a:pt x="606" y="2360"/>
                </a:lnTo>
                <a:lnTo>
                  <a:pt x="577" y="2358"/>
                </a:lnTo>
                <a:lnTo>
                  <a:pt x="557" y="2358"/>
                </a:lnTo>
                <a:lnTo>
                  <a:pt x="553" y="2352"/>
                </a:lnTo>
                <a:lnTo>
                  <a:pt x="551" y="2350"/>
                </a:lnTo>
                <a:lnTo>
                  <a:pt x="549" y="2347"/>
                </a:lnTo>
                <a:lnTo>
                  <a:pt x="548" y="2343"/>
                </a:lnTo>
                <a:lnTo>
                  <a:pt x="546" y="2338"/>
                </a:lnTo>
                <a:lnTo>
                  <a:pt x="546" y="2330"/>
                </a:lnTo>
                <a:lnTo>
                  <a:pt x="540" y="2318"/>
                </a:lnTo>
                <a:lnTo>
                  <a:pt x="540" y="2303"/>
                </a:lnTo>
                <a:lnTo>
                  <a:pt x="542" y="2287"/>
                </a:lnTo>
                <a:lnTo>
                  <a:pt x="542" y="2270"/>
                </a:lnTo>
                <a:lnTo>
                  <a:pt x="540" y="2254"/>
                </a:lnTo>
                <a:lnTo>
                  <a:pt x="535" y="2243"/>
                </a:lnTo>
                <a:lnTo>
                  <a:pt x="522" y="2227"/>
                </a:lnTo>
                <a:lnTo>
                  <a:pt x="508" y="2209"/>
                </a:lnTo>
                <a:lnTo>
                  <a:pt x="491" y="2189"/>
                </a:lnTo>
                <a:lnTo>
                  <a:pt x="475" y="2172"/>
                </a:lnTo>
                <a:lnTo>
                  <a:pt x="462" y="2160"/>
                </a:lnTo>
                <a:lnTo>
                  <a:pt x="451" y="2150"/>
                </a:lnTo>
                <a:lnTo>
                  <a:pt x="448" y="2150"/>
                </a:lnTo>
                <a:lnTo>
                  <a:pt x="440" y="2149"/>
                </a:lnTo>
                <a:lnTo>
                  <a:pt x="433" y="2149"/>
                </a:lnTo>
                <a:lnTo>
                  <a:pt x="424" y="2147"/>
                </a:lnTo>
                <a:lnTo>
                  <a:pt x="424" y="2130"/>
                </a:lnTo>
                <a:lnTo>
                  <a:pt x="422" y="2112"/>
                </a:lnTo>
                <a:lnTo>
                  <a:pt x="422" y="2092"/>
                </a:lnTo>
                <a:lnTo>
                  <a:pt x="420" y="2080"/>
                </a:lnTo>
                <a:lnTo>
                  <a:pt x="400" y="2074"/>
                </a:lnTo>
                <a:lnTo>
                  <a:pt x="378" y="2067"/>
                </a:lnTo>
                <a:lnTo>
                  <a:pt x="358" y="2058"/>
                </a:lnTo>
                <a:lnTo>
                  <a:pt x="344" y="2047"/>
                </a:lnTo>
                <a:lnTo>
                  <a:pt x="338" y="2038"/>
                </a:lnTo>
                <a:lnTo>
                  <a:pt x="335" y="2027"/>
                </a:lnTo>
                <a:lnTo>
                  <a:pt x="331" y="2018"/>
                </a:lnTo>
                <a:lnTo>
                  <a:pt x="326" y="2007"/>
                </a:lnTo>
                <a:lnTo>
                  <a:pt x="317" y="2000"/>
                </a:lnTo>
                <a:lnTo>
                  <a:pt x="297" y="1994"/>
                </a:lnTo>
                <a:lnTo>
                  <a:pt x="277" y="1989"/>
                </a:lnTo>
                <a:lnTo>
                  <a:pt x="257" y="1983"/>
                </a:lnTo>
                <a:lnTo>
                  <a:pt x="237" y="1976"/>
                </a:lnTo>
                <a:lnTo>
                  <a:pt x="220" y="1965"/>
                </a:lnTo>
                <a:lnTo>
                  <a:pt x="209" y="1950"/>
                </a:lnTo>
                <a:lnTo>
                  <a:pt x="204" y="1932"/>
                </a:lnTo>
                <a:lnTo>
                  <a:pt x="209" y="1923"/>
                </a:lnTo>
                <a:lnTo>
                  <a:pt x="215" y="1907"/>
                </a:lnTo>
                <a:lnTo>
                  <a:pt x="220" y="1889"/>
                </a:lnTo>
                <a:lnTo>
                  <a:pt x="224" y="1872"/>
                </a:lnTo>
                <a:lnTo>
                  <a:pt x="209" y="1865"/>
                </a:lnTo>
                <a:lnTo>
                  <a:pt x="204" y="1858"/>
                </a:lnTo>
                <a:lnTo>
                  <a:pt x="202" y="1852"/>
                </a:lnTo>
                <a:lnTo>
                  <a:pt x="202" y="1847"/>
                </a:lnTo>
                <a:lnTo>
                  <a:pt x="206" y="1841"/>
                </a:lnTo>
                <a:lnTo>
                  <a:pt x="206" y="1834"/>
                </a:lnTo>
                <a:lnTo>
                  <a:pt x="202" y="1825"/>
                </a:lnTo>
                <a:lnTo>
                  <a:pt x="193" y="1810"/>
                </a:lnTo>
                <a:lnTo>
                  <a:pt x="180" y="1796"/>
                </a:lnTo>
                <a:lnTo>
                  <a:pt x="171" y="1781"/>
                </a:lnTo>
                <a:lnTo>
                  <a:pt x="157" y="1760"/>
                </a:lnTo>
                <a:lnTo>
                  <a:pt x="140" y="1740"/>
                </a:lnTo>
                <a:lnTo>
                  <a:pt x="126" y="1718"/>
                </a:lnTo>
                <a:lnTo>
                  <a:pt x="118" y="1709"/>
                </a:lnTo>
                <a:lnTo>
                  <a:pt x="111" y="1700"/>
                </a:lnTo>
                <a:lnTo>
                  <a:pt x="106" y="1685"/>
                </a:lnTo>
                <a:lnTo>
                  <a:pt x="109" y="1676"/>
                </a:lnTo>
                <a:lnTo>
                  <a:pt x="109" y="1663"/>
                </a:lnTo>
                <a:lnTo>
                  <a:pt x="113" y="1650"/>
                </a:lnTo>
                <a:lnTo>
                  <a:pt x="117" y="1647"/>
                </a:lnTo>
                <a:lnTo>
                  <a:pt x="118" y="1645"/>
                </a:lnTo>
                <a:lnTo>
                  <a:pt x="124" y="1643"/>
                </a:lnTo>
                <a:lnTo>
                  <a:pt x="128" y="1641"/>
                </a:lnTo>
                <a:lnTo>
                  <a:pt x="131" y="1638"/>
                </a:lnTo>
                <a:lnTo>
                  <a:pt x="131" y="1638"/>
                </a:lnTo>
                <a:lnTo>
                  <a:pt x="133" y="1638"/>
                </a:lnTo>
                <a:lnTo>
                  <a:pt x="133" y="1641"/>
                </a:lnTo>
                <a:lnTo>
                  <a:pt x="133" y="1643"/>
                </a:lnTo>
                <a:lnTo>
                  <a:pt x="135" y="1641"/>
                </a:lnTo>
                <a:lnTo>
                  <a:pt x="135" y="1640"/>
                </a:lnTo>
                <a:lnTo>
                  <a:pt x="135" y="1638"/>
                </a:lnTo>
                <a:lnTo>
                  <a:pt x="135" y="1636"/>
                </a:lnTo>
                <a:lnTo>
                  <a:pt x="133" y="1634"/>
                </a:lnTo>
                <a:lnTo>
                  <a:pt x="133" y="1634"/>
                </a:lnTo>
                <a:lnTo>
                  <a:pt x="131" y="1638"/>
                </a:lnTo>
                <a:lnTo>
                  <a:pt x="113" y="1634"/>
                </a:lnTo>
                <a:lnTo>
                  <a:pt x="106" y="1623"/>
                </a:lnTo>
                <a:lnTo>
                  <a:pt x="98" y="1612"/>
                </a:lnTo>
                <a:lnTo>
                  <a:pt x="93" y="1601"/>
                </a:lnTo>
                <a:lnTo>
                  <a:pt x="88" y="1589"/>
                </a:lnTo>
                <a:lnTo>
                  <a:pt x="84" y="1570"/>
                </a:lnTo>
                <a:lnTo>
                  <a:pt x="91" y="1561"/>
                </a:lnTo>
                <a:lnTo>
                  <a:pt x="91" y="1556"/>
                </a:lnTo>
                <a:lnTo>
                  <a:pt x="88" y="1549"/>
                </a:lnTo>
                <a:lnTo>
                  <a:pt x="84" y="1541"/>
                </a:lnTo>
                <a:lnTo>
                  <a:pt x="84" y="1530"/>
                </a:lnTo>
                <a:lnTo>
                  <a:pt x="88" y="1523"/>
                </a:lnTo>
                <a:lnTo>
                  <a:pt x="93" y="1512"/>
                </a:lnTo>
                <a:lnTo>
                  <a:pt x="97" y="1500"/>
                </a:lnTo>
                <a:lnTo>
                  <a:pt x="80" y="1487"/>
                </a:lnTo>
                <a:lnTo>
                  <a:pt x="71" y="1467"/>
                </a:lnTo>
                <a:lnTo>
                  <a:pt x="66" y="1467"/>
                </a:lnTo>
                <a:lnTo>
                  <a:pt x="62" y="1469"/>
                </a:lnTo>
                <a:lnTo>
                  <a:pt x="60" y="1469"/>
                </a:lnTo>
                <a:lnTo>
                  <a:pt x="58" y="1469"/>
                </a:lnTo>
                <a:lnTo>
                  <a:pt x="57" y="1467"/>
                </a:lnTo>
                <a:lnTo>
                  <a:pt x="57" y="1463"/>
                </a:lnTo>
                <a:lnTo>
                  <a:pt x="57" y="1458"/>
                </a:lnTo>
                <a:lnTo>
                  <a:pt x="55" y="1450"/>
                </a:lnTo>
                <a:lnTo>
                  <a:pt x="60" y="1436"/>
                </a:lnTo>
                <a:lnTo>
                  <a:pt x="58" y="1416"/>
                </a:lnTo>
                <a:lnTo>
                  <a:pt x="51" y="1396"/>
                </a:lnTo>
                <a:lnTo>
                  <a:pt x="38" y="1376"/>
                </a:lnTo>
                <a:lnTo>
                  <a:pt x="28" y="1356"/>
                </a:lnTo>
                <a:lnTo>
                  <a:pt x="17" y="1340"/>
                </a:lnTo>
                <a:lnTo>
                  <a:pt x="11" y="1323"/>
                </a:lnTo>
                <a:lnTo>
                  <a:pt x="11" y="1316"/>
                </a:lnTo>
                <a:lnTo>
                  <a:pt x="11" y="1312"/>
                </a:lnTo>
                <a:lnTo>
                  <a:pt x="13" y="1309"/>
                </a:lnTo>
                <a:lnTo>
                  <a:pt x="13" y="1309"/>
                </a:lnTo>
                <a:lnTo>
                  <a:pt x="15" y="1307"/>
                </a:lnTo>
                <a:lnTo>
                  <a:pt x="17" y="1305"/>
                </a:lnTo>
                <a:lnTo>
                  <a:pt x="18" y="1303"/>
                </a:lnTo>
                <a:lnTo>
                  <a:pt x="13" y="1252"/>
                </a:lnTo>
                <a:lnTo>
                  <a:pt x="18" y="1245"/>
                </a:lnTo>
                <a:lnTo>
                  <a:pt x="26" y="1236"/>
                </a:lnTo>
                <a:lnTo>
                  <a:pt x="31" y="1225"/>
                </a:lnTo>
                <a:lnTo>
                  <a:pt x="33" y="1212"/>
                </a:lnTo>
                <a:lnTo>
                  <a:pt x="29" y="1194"/>
                </a:lnTo>
                <a:lnTo>
                  <a:pt x="24" y="1176"/>
                </a:lnTo>
                <a:lnTo>
                  <a:pt x="17" y="1160"/>
                </a:lnTo>
                <a:lnTo>
                  <a:pt x="9" y="1141"/>
                </a:lnTo>
                <a:lnTo>
                  <a:pt x="2" y="1120"/>
                </a:lnTo>
                <a:lnTo>
                  <a:pt x="0" y="1092"/>
                </a:lnTo>
                <a:lnTo>
                  <a:pt x="15" y="1076"/>
                </a:lnTo>
                <a:lnTo>
                  <a:pt x="33" y="1052"/>
                </a:lnTo>
                <a:lnTo>
                  <a:pt x="49" y="1027"/>
                </a:lnTo>
                <a:lnTo>
                  <a:pt x="62" y="1000"/>
                </a:lnTo>
                <a:lnTo>
                  <a:pt x="71" y="978"/>
                </a:lnTo>
                <a:lnTo>
                  <a:pt x="75" y="965"/>
                </a:lnTo>
                <a:lnTo>
                  <a:pt x="80" y="954"/>
                </a:lnTo>
                <a:lnTo>
                  <a:pt x="82" y="945"/>
                </a:lnTo>
                <a:lnTo>
                  <a:pt x="82" y="940"/>
                </a:lnTo>
                <a:lnTo>
                  <a:pt x="82" y="934"/>
                </a:lnTo>
                <a:lnTo>
                  <a:pt x="84" y="929"/>
                </a:lnTo>
                <a:lnTo>
                  <a:pt x="88" y="925"/>
                </a:lnTo>
                <a:lnTo>
                  <a:pt x="89" y="921"/>
                </a:lnTo>
                <a:lnTo>
                  <a:pt x="89" y="918"/>
                </a:lnTo>
                <a:lnTo>
                  <a:pt x="91" y="912"/>
                </a:lnTo>
                <a:lnTo>
                  <a:pt x="89" y="907"/>
                </a:lnTo>
                <a:lnTo>
                  <a:pt x="89" y="905"/>
                </a:lnTo>
                <a:lnTo>
                  <a:pt x="88" y="901"/>
                </a:lnTo>
                <a:lnTo>
                  <a:pt x="84" y="900"/>
                </a:lnTo>
                <a:lnTo>
                  <a:pt x="82" y="896"/>
                </a:lnTo>
                <a:lnTo>
                  <a:pt x="82" y="894"/>
                </a:lnTo>
                <a:lnTo>
                  <a:pt x="82" y="876"/>
                </a:lnTo>
                <a:lnTo>
                  <a:pt x="88" y="860"/>
                </a:lnTo>
                <a:lnTo>
                  <a:pt x="98" y="841"/>
                </a:lnTo>
                <a:lnTo>
                  <a:pt x="108" y="829"/>
                </a:lnTo>
                <a:lnTo>
                  <a:pt x="113" y="818"/>
                </a:lnTo>
                <a:lnTo>
                  <a:pt x="109" y="765"/>
                </a:lnTo>
                <a:lnTo>
                  <a:pt x="111" y="765"/>
                </a:lnTo>
                <a:lnTo>
                  <a:pt x="115" y="763"/>
                </a:lnTo>
                <a:lnTo>
                  <a:pt x="118" y="761"/>
                </a:lnTo>
                <a:lnTo>
                  <a:pt x="122" y="760"/>
                </a:lnTo>
                <a:lnTo>
                  <a:pt x="124" y="758"/>
                </a:lnTo>
                <a:lnTo>
                  <a:pt x="137" y="734"/>
                </a:lnTo>
                <a:lnTo>
                  <a:pt x="144" y="705"/>
                </a:lnTo>
                <a:lnTo>
                  <a:pt x="157" y="705"/>
                </a:lnTo>
                <a:lnTo>
                  <a:pt x="168" y="678"/>
                </a:lnTo>
                <a:lnTo>
                  <a:pt x="184" y="649"/>
                </a:lnTo>
                <a:lnTo>
                  <a:pt x="198" y="621"/>
                </a:lnTo>
                <a:lnTo>
                  <a:pt x="206" y="581"/>
                </a:lnTo>
                <a:lnTo>
                  <a:pt x="218" y="578"/>
                </a:lnTo>
                <a:lnTo>
                  <a:pt x="222" y="560"/>
                </a:lnTo>
                <a:lnTo>
                  <a:pt x="222" y="540"/>
                </a:lnTo>
                <a:lnTo>
                  <a:pt x="226" y="521"/>
                </a:lnTo>
                <a:lnTo>
                  <a:pt x="235" y="505"/>
                </a:lnTo>
                <a:lnTo>
                  <a:pt x="248" y="485"/>
                </a:lnTo>
                <a:lnTo>
                  <a:pt x="257" y="465"/>
                </a:lnTo>
                <a:lnTo>
                  <a:pt x="264" y="438"/>
                </a:lnTo>
                <a:lnTo>
                  <a:pt x="264" y="410"/>
                </a:lnTo>
                <a:lnTo>
                  <a:pt x="266" y="383"/>
                </a:lnTo>
                <a:lnTo>
                  <a:pt x="269" y="358"/>
                </a:lnTo>
                <a:lnTo>
                  <a:pt x="280" y="334"/>
                </a:lnTo>
                <a:lnTo>
                  <a:pt x="268" y="334"/>
                </a:lnTo>
                <a:lnTo>
                  <a:pt x="269" y="312"/>
                </a:lnTo>
                <a:lnTo>
                  <a:pt x="273" y="294"/>
                </a:lnTo>
                <a:lnTo>
                  <a:pt x="280" y="278"/>
                </a:lnTo>
                <a:lnTo>
                  <a:pt x="291" y="281"/>
                </a:lnTo>
                <a:lnTo>
                  <a:pt x="286" y="263"/>
                </a:lnTo>
                <a:lnTo>
                  <a:pt x="284" y="241"/>
                </a:lnTo>
                <a:lnTo>
                  <a:pt x="284" y="218"/>
                </a:lnTo>
                <a:lnTo>
                  <a:pt x="286" y="194"/>
                </a:lnTo>
                <a:lnTo>
                  <a:pt x="282" y="172"/>
                </a:lnTo>
                <a:lnTo>
                  <a:pt x="282" y="152"/>
                </a:lnTo>
                <a:lnTo>
                  <a:pt x="284" y="130"/>
                </a:lnTo>
                <a:lnTo>
                  <a:pt x="282" y="109"/>
                </a:lnTo>
                <a:lnTo>
                  <a:pt x="277" y="98"/>
                </a:lnTo>
                <a:lnTo>
                  <a:pt x="271" y="89"/>
                </a:lnTo>
                <a:lnTo>
                  <a:pt x="266" y="78"/>
                </a:lnTo>
                <a:lnTo>
                  <a:pt x="266" y="65"/>
                </a:lnTo>
                <a:lnTo>
                  <a:pt x="271" y="49"/>
                </a:lnTo>
                <a:lnTo>
                  <a:pt x="277" y="32"/>
                </a:lnTo>
                <a:lnTo>
                  <a:pt x="280" y="12"/>
                </a:lnTo>
                <a:lnTo>
                  <a:pt x="286" y="12"/>
                </a:lnTo>
                <a:lnTo>
                  <a:pt x="288" y="14"/>
                </a:lnTo>
                <a:lnTo>
                  <a:pt x="289" y="14"/>
                </a:lnTo>
                <a:lnTo>
                  <a:pt x="291" y="14"/>
                </a:lnTo>
                <a:lnTo>
                  <a:pt x="293" y="16"/>
                </a:lnTo>
                <a:lnTo>
                  <a:pt x="308" y="27"/>
                </a:lnTo>
                <a:lnTo>
                  <a:pt x="320" y="43"/>
                </a:lnTo>
                <a:lnTo>
                  <a:pt x="331" y="60"/>
                </a:lnTo>
                <a:lnTo>
                  <a:pt x="342" y="72"/>
                </a:lnTo>
                <a:lnTo>
                  <a:pt x="360" y="83"/>
                </a:lnTo>
                <a:lnTo>
                  <a:pt x="384" y="90"/>
                </a:lnTo>
                <a:lnTo>
                  <a:pt x="409" y="94"/>
                </a:lnTo>
                <a:lnTo>
                  <a:pt x="433" y="101"/>
                </a:lnTo>
                <a:lnTo>
                  <a:pt x="433" y="105"/>
                </a:lnTo>
                <a:lnTo>
                  <a:pt x="433" y="107"/>
                </a:lnTo>
                <a:lnTo>
                  <a:pt x="433" y="109"/>
                </a:lnTo>
                <a:lnTo>
                  <a:pt x="433" y="109"/>
                </a:lnTo>
                <a:lnTo>
                  <a:pt x="433" y="110"/>
                </a:lnTo>
                <a:lnTo>
                  <a:pt x="433" y="112"/>
                </a:lnTo>
                <a:lnTo>
                  <a:pt x="438" y="110"/>
                </a:lnTo>
                <a:lnTo>
                  <a:pt x="442" y="110"/>
                </a:lnTo>
                <a:lnTo>
                  <a:pt x="448" y="109"/>
                </a:lnTo>
                <a:lnTo>
                  <a:pt x="453" y="109"/>
                </a:lnTo>
                <a:lnTo>
                  <a:pt x="462" y="109"/>
                </a:lnTo>
                <a:lnTo>
                  <a:pt x="462" y="127"/>
                </a:lnTo>
                <a:lnTo>
                  <a:pt x="466" y="138"/>
                </a:lnTo>
                <a:lnTo>
                  <a:pt x="469" y="149"/>
                </a:lnTo>
                <a:lnTo>
                  <a:pt x="475" y="161"/>
                </a:lnTo>
                <a:lnTo>
                  <a:pt x="475" y="160"/>
                </a:lnTo>
                <a:lnTo>
                  <a:pt x="477" y="158"/>
                </a:lnTo>
                <a:lnTo>
                  <a:pt x="477" y="158"/>
                </a:lnTo>
                <a:lnTo>
                  <a:pt x="477" y="156"/>
                </a:lnTo>
                <a:lnTo>
                  <a:pt x="478" y="152"/>
                </a:lnTo>
                <a:lnTo>
                  <a:pt x="482" y="150"/>
                </a:lnTo>
                <a:lnTo>
                  <a:pt x="484" y="150"/>
                </a:lnTo>
                <a:lnTo>
                  <a:pt x="486" y="149"/>
                </a:lnTo>
                <a:lnTo>
                  <a:pt x="486" y="147"/>
                </a:lnTo>
                <a:lnTo>
                  <a:pt x="486" y="145"/>
                </a:lnTo>
                <a:lnTo>
                  <a:pt x="486" y="141"/>
                </a:lnTo>
                <a:lnTo>
                  <a:pt x="486" y="136"/>
                </a:lnTo>
                <a:lnTo>
                  <a:pt x="484" y="129"/>
                </a:lnTo>
                <a:lnTo>
                  <a:pt x="482" y="118"/>
                </a:lnTo>
                <a:lnTo>
                  <a:pt x="482" y="110"/>
                </a:lnTo>
                <a:lnTo>
                  <a:pt x="482" y="105"/>
                </a:lnTo>
                <a:lnTo>
                  <a:pt x="478" y="92"/>
                </a:lnTo>
                <a:lnTo>
                  <a:pt x="466" y="92"/>
                </a:lnTo>
                <a:lnTo>
                  <a:pt x="466" y="72"/>
                </a:lnTo>
                <a:lnTo>
                  <a:pt x="482" y="72"/>
                </a:lnTo>
                <a:lnTo>
                  <a:pt x="482" y="69"/>
                </a:lnTo>
                <a:lnTo>
                  <a:pt x="484" y="65"/>
                </a:lnTo>
                <a:lnTo>
                  <a:pt x="484" y="63"/>
                </a:lnTo>
                <a:lnTo>
                  <a:pt x="486" y="60"/>
                </a:lnTo>
                <a:lnTo>
                  <a:pt x="489" y="60"/>
                </a:lnTo>
                <a:lnTo>
                  <a:pt x="489" y="49"/>
                </a:lnTo>
                <a:lnTo>
                  <a:pt x="482" y="36"/>
                </a:lnTo>
                <a:lnTo>
                  <a:pt x="473" y="23"/>
                </a:lnTo>
                <a:lnTo>
                  <a:pt x="469" y="9"/>
                </a:lnTo>
                <a:lnTo>
                  <a:pt x="480" y="3"/>
                </a:lnTo>
                <a:lnTo>
                  <a:pt x="495" y="1"/>
                </a:lnTo>
                <a:lnTo>
                  <a:pt x="513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25" name="Chart 4">
            <a:extLst>
              <a:ext uri="{FF2B5EF4-FFF2-40B4-BE49-F238E27FC236}">
                <a16:creationId xmlns:a16="http://schemas.microsoft.com/office/drawing/2014/main" id="{CFF955D5-4CC6-48E0-B5A3-DC51EB652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98909"/>
              </p:ext>
            </p:extLst>
          </p:nvPr>
        </p:nvGraphicFramePr>
        <p:xfrm>
          <a:off x="7025802" y="2319893"/>
          <a:ext cx="1095622" cy="989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4">
            <a:extLst>
              <a:ext uri="{FF2B5EF4-FFF2-40B4-BE49-F238E27FC236}">
                <a16:creationId xmlns:a16="http://schemas.microsoft.com/office/drawing/2014/main" id="{F9A8D185-D4BA-407D-883E-AFDD13997B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836111"/>
              </p:ext>
            </p:extLst>
          </p:nvPr>
        </p:nvGraphicFramePr>
        <p:xfrm>
          <a:off x="4024188" y="1275606"/>
          <a:ext cx="1095622" cy="989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Worldmap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64528" y="1203598"/>
            <a:ext cx="2539483" cy="957525"/>
            <a:chOff x="803640" y="3268668"/>
            <a:chExt cx="2059657" cy="957525"/>
          </a:xfrm>
        </p:grpSpPr>
        <p:sp>
          <p:nvSpPr>
            <p:cNvPr id="7" name="TextBox 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3640" y="3268668"/>
              <a:ext cx="2059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60%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64528" y="2359210"/>
            <a:ext cx="2539483" cy="950557"/>
            <a:chOff x="803640" y="3275636"/>
            <a:chExt cx="2059657" cy="950557"/>
          </a:xfrm>
        </p:grpSpPr>
        <p:sp>
          <p:nvSpPr>
            <p:cNvPr id="10" name="TextBox 9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3640" y="3275636"/>
              <a:ext cx="2059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accent3"/>
                  </a:solidFill>
                  <a:cs typeface="Arial" pitchFamily="34" charset="0"/>
                </a:rPr>
                <a:t>70%</a:t>
              </a:r>
              <a:endParaRPr lang="ko-KR" altLang="en-US" sz="16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64528" y="3507854"/>
            <a:ext cx="2539483" cy="943588"/>
            <a:chOff x="803640" y="3282605"/>
            <a:chExt cx="2059657" cy="943588"/>
          </a:xfrm>
        </p:grpSpPr>
        <p:sp>
          <p:nvSpPr>
            <p:cNvPr id="13" name="TextBox 1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3640" y="3282605"/>
              <a:ext cx="2059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50%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115280" y="1514792"/>
            <a:ext cx="96114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041" y="2583998"/>
            <a:ext cx="96114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55%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aphicFrame>
        <p:nvGraphicFramePr>
          <p:cNvPr id="24" name="Chart 4">
            <a:extLst>
              <a:ext uri="{FF2B5EF4-FFF2-40B4-BE49-F238E27FC236}">
                <a16:creationId xmlns:a16="http://schemas.microsoft.com/office/drawing/2014/main" id="{4A0B0812-B30F-4D2A-AEF7-005E7A00D2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101743"/>
              </p:ext>
            </p:extLst>
          </p:nvPr>
        </p:nvGraphicFramePr>
        <p:xfrm>
          <a:off x="5585410" y="2955717"/>
          <a:ext cx="1095622" cy="989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652649" y="3219822"/>
            <a:ext cx="96114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9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ame 17"/>
          <p:cNvSpPr/>
          <p:nvPr/>
        </p:nvSpPr>
        <p:spPr>
          <a:xfrm rot="18900000">
            <a:off x="6343368" y="2430572"/>
            <a:ext cx="1793332" cy="1793332"/>
          </a:xfrm>
          <a:prstGeom prst="frame">
            <a:avLst>
              <a:gd name="adj1" fmla="val 483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 Placeholder 1"/>
          <p:cNvSpPr txBox="1">
            <a:spLocks/>
          </p:cNvSpPr>
          <p:nvPr/>
        </p:nvSpPr>
        <p:spPr>
          <a:xfrm>
            <a:off x="467544" y="267494"/>
            <a:ext cx="3456384" cy="1944464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Portfolio 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Designed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544" y="2211958"/>
            <a:ext cx="2664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4" r="21744"/>
          <a:stretch>
            <a:fillRect/>
          </a:stretch>
        </p:blipFill>
        <p:spPr/>
      </p:pic>
      <p:pic>
        <p:nvPicPr>
          <p:cNvPr id="4" name="Picture Placeholder 3"/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08" r="18308"/>
          <a:stretch>
            <a:fillRect/>
          </a:stretch>
        </p:blipFill>
        <p:spPr/>
      </p:pic>
      <p:pic>
        <p:nvPicPr>
          <p:cNvPr id="6" name="Picture Placeholder 5"/>
          <p:cNvPicPr>
            <a:picLocks noGrp="1" noChangeAspect="1"/>
          </p:cNvPicPr>
          <p:nvPr>
            <p:ph type="pic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8" r="34358"/>
          <a:stretch>
            <a:fillRect/>
          </a:stretch>
        </p:blipFill>
        <p:spPr/>
      </p:pic>
      <p:pic>
        <p:nvPicPr>
          <p:cNvPr id="8" name="Picture Placeholder 7"/>
          <p:cNvPicPr>
            <a:picLocks noGrp="1" noChangeAspect="1"/>
          </p:cNvPicPr>
          <p:nvPr>
            <p:ph type="pic" idx="19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" r="90"/>
          <a:stretch>
            <a:fillRect/>
          </a:stretch>
        </p:blipFill>
        <p:spPr/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3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20480"/>
          <p:cNvGrpSpPr/>
          <p:nvPr/>
        </p:nvGrpSpPr>
        <p:grpSpPr>
          <a:xfrm>
            <a:off x="1360332" y="1541512"/>
            <a:ext cx="7025063" cy="1816297"/>
            <a:chOff x="1291353" y="1755670"/>
            <a:chExt cx="7025063" cy="1816297"/>
          </a:xfrm>
        </p:grpSpPr>
        <p:sp>
          <p:nvSpPr>
            <p:cNvPr id="22" name="Block Arc 21"/>
            <p:cNvSpPr/>
            <p:nvPr/>
          </p:nvSpPr>
          <p:spPr>
            <a:xfrm>
              <a:off x="6500119" y="1755670"/>
              <a:ext cx="1816297" cy="1816297"/>
            </a:xfrm>
            <a:prstGeom prst="blockArc">
              <a:avLst>
                <a:gd name="adj1" fmla="val 16127381"/>
                <a:gd name="adj2" fmla="val 5490194"/>
                <a:gd name="adj3" fmla="val 404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480" name="Rectangle 20479"/>
            <p:cNvSpPr/>
            <p:nvPr/>
          </p:nvSpPr>
          <p:spPr>
            <a:xfrm>
              <a:off x="1291353" y="1755670"/>
              <a:ext cx="6156000" cy="7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340248" y="3499967"/>
              <a:ext cx="5112000" cy="7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22197" y="1130448"/>
            <a:ext cx="914400" cy="914400"/>
            <a:chOff x="5364088" y="2787774"/>
            <a:chExt cx="914400" cy="914400"/>
          </a:xfrm>
        </p:grpSpPr>
        <p:sp>
          <p:nvSpPr>
            <p:cNvPr id="4" name="Oval 3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609680" y="1130448"/>
            <a:ext cx="914400" cy="914400"/>
            <a:chOff x="5364088" y="2787774"/>
            <a:chExt cx="914400" cy="914400"/>
          </a:xfrm>
        </p:grpSpPr>
        <p:sp>
          <p:nvSpPr>
            <p:cNvPr id="9" name="Oval 8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97163" y="1130448"/>
            <a:ext cx="914400" cy="914400"/>
            <a:chOff x="5364088" y="2787774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265939" y="2863724"/>
            <a:ext cx="914400" cy="914400"/>
            <a:chOff x="5364088" y="2787774"/>
            <a:chExt cx="914400" cy="914400"/>
          </a:xfrm>
        </p:grpSpPr>
        <p:sp>
          <p:nvSpPr>
            <p:cNvPr id="15" name="Oval 14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953422" y="2863724"/>
            <a:ext cx="914400" cy="914400"/>
            <a:chOff x="5364088" y="2787774"/>
            <a:chExt cx="914400" cy="914400"/>
          </a:xfrm>
        </p:grpSpPr>
        <p:sp>
          <p:nvSpPr>
            <p:cNvPr id="18" name="Oval 17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69737" y="1434246"/>
            <a:ext cx="306803" cy="306803"/>
            <a:chOff x="1547664" y="3147814"/>
            <a:chExt cx="720080" cy="720080"/>
          </a:xfrm>
        </p:grpSpPr>
        <p:sp>
          <p:nvSpPr>
            <p:cNvPr id="7" name="Oval 6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Chevron 19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257220" y="1434246"/>
            <a:ext cx="306803" cy="306803"/>
            <a:chOff x="1547664" y="3147814"/>
            <a:chExt cx="720080" cy="720080"/>
          </a:xfrm>
        </p:grpSpPr>
        <p:sp>
          <p:nvSpPr>
            <p:cNvPr id="24" name="Oval 23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Chevron 24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 rot="10800000">
            <a:off x="3913479" y="3167523"/>
            <a:ext cx="306803" cy="306803"/>
            <a:chOff x="1547664" y="3147814"/>
            <a:chExt cx="720080" cy="720080"/>
          </a:xfrm>
        </p:grpSpPr>
        <p:sp>
          <p:nvSpPr>
            <p:cNvPr id="27" name="Oval 26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Chevron 27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 rot="5400000">
            <a:off x="8169371" y="2300884"/>
            <a:ext cx="306803" cy="306803"/>
            <a:chOff x="1547664" y="3147814"/>
            <a:chExt cx="720080" cy="720080"/>
          </a:xfrm>
        </p:grpSpPr>
        <p:sp>
          <p:nvSpPr>
            <p:cNvPr id="30" name="Oval 29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Chevron 30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6" name="Block Arc 14"/>
          <p:cNvSpPr/>
          <p:nvPr/>
        </p:nvSpPr>
        <p:spPr>
          <a:xfrm rot="16200000">
            <a:off x="1212690" y="1420832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02480" y="1450550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Teardrop 6"/>
          <p:cNvSpPr/>
          <p:nvPr/>
        </p:nvSpPr>
        <p:spPr>
          <a:xfrm rot="8100000">
            <a:off x="3920239" y="1430872"/>
            <a:ext cx="293279" cy="29328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Rectangle 16"/>
          <p:cNvSpPr/>
          <p:nvPr/>
        </p:nvSpPr>
        <p:spPr>
          <a:xfrm rot="2700000">
            <a:off x="5298806" y="3109076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Rounded Rectangle 27"/>
          <p:cNvSpPr/>
          <p:nvPr/>
        </p:nvSpPr>
        <p:spPr>
          <a:xfrm>
            <a:off x="2571070" y="3194540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367418" y="2118466"/>
            <a:ext cx="2023958" cy="863358"/>
            <a:chOff x="803640" y="3362835"/>
            <a:chExt cx="2059657" cy="863358"/>
          </a:xfrm>
        </p:grpSpPr>
        <p:sp>
          <p:nvSpPr>
            <p:cNvPr id="42" name="TextBox 4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3054899" y="2118466"/>
            <a:ext cx="2023958" cy="863358"/>
            <a:chOff x="803640" y="3362835"/>
            <a:chExt cx="2059657" cy="863358"/>
          </a:xfrm>
        </p:grpSpPr>
        <p:sp>
          <p:nvSpPr>
            <p:cNvPr id="45" name="TextBox 44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742380" y="2118466"/>
            <a:ext cx="2023958" cy="863358"/>
            <a:chOff x="803640" y="3362835"/>
            <a:chExt cx="2059657" cy="863358"/>
          </a:xfrm>
        </p:grpSpPr>
        <p:sp>
          <p:nvSpPr>
            <p:cNvPr id="48" name="TextBox 47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723626" y="3859437"/>
            <a:ext cx="2023958" cy="863358"/>
            <a:chOff x="803640" y="3362835"/>
            <a:chExt cx="2059657" cy="863358"/>
          </a:xfrm>
        </p:grpSpPr>
        <p:sp>
          <p:nvSpPr>
            <p:cNvPr id="51" name="TextBox 50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411109" y="3859437"/>
            <a:ext cx="2023958" cy="863358"/>
            <a:chOff x="803640" y="3362835"/>
            <a:chExt cx="2059657" cy="863358"/>
          </a:xfrm>
        </p:grpSpPr>
        <p:sp>
          <p:nvSpPr>
            <p:cNvPr id="54" name="TextBox 5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56" name="Picture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6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NetBook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715771" y="1347614"/>
            <a:ext cx="624015" cy="624015"/>
            <a:chOff x="5364088" y="2787774"/>
            <a:chExt cx="914400" cy="914400"/>
          </a:xfrm>
        </p:grpSpPr>
        <p:sp>
          <p:nvSpPr>
            <p:cNvPr id="7" name="Oval 6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Block Arc 14"/>
          <p:cNvSpPr/>
          <p:nvPr/>
        </p:nvSpPr>
        <p:spPr>
          <a:xfrm rot="16200000">
            <a:off x="4904623" y="1545780"/>
            <a:ext cx="227531" cy="227679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715772" y="2223739"/>
            <a:ext cx="624015" cy="624015"/>
            <a:chOff x="5364088" y="2787774"/>
            <a:chExt cx="914400" cy="914400"/>
          </a:xfrm>
        </p:grpSpPr>
        <p:sp>
          <p:nvSpPr>
            <p:cNvPr id="11" name="Oval 10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5443248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715771" y="3099863"/>
            <a:ext cx="624015" cy="624015"/>
            <a:chOff x="5364088" y="2787774"/>
            <a:chExt cx="914400" cy="914400"/>
          </a:xfrm>
        </p:grpSpPr>
        <p:sp>
          <p:nvSpPr>
            <p:cNvPr id="15" name="Oval 14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508104" y="1227942"/>
            <a:ext cx="3096344" cy="863358"/>
            <a:chOff x="803640" y="3362835"/>
            <a:chExt cx="2059657" cy="863358"/>
          </a:xfrm>
        </p:grpSpPr>
        <p:sp>
          <p:nvSpPr>
            <p:cNvPr id="19" name="TextBox 1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1" name="Rectangle 36"/>
          <p:cNvSpPr/>
          <p:nvPr/>
        </p:nvSpPr>
        <p:spPr>
          <a:xfrm>
            <a:off x="4907103" y="2423589"/>
            <a:ext cx="249318" cy="208411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ounded Rectangle 27"/>
          <p:cNvSpPr/>
          <p:nvPr/>
        </p:nvSpPr>
        <p:spPr>
          <a:xfrm>
            <a:off x="4893947" y="3293437"/>
            <a:ext cx="270085" cy="20746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508104" y="2096715"/>
            <a:ext cx="3096344" cy="863358"/>
            <a:chOff x="803640" y="3362835"/>
            <a:chExt cx="2059657" cy="863358"/>
          </a:xfrm>
        </p:grpSpPr>
        <p:sp>
          <p:nvSpPr>
            <p:cNvPr id="24" name="TextBox 2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508104" y="2965489"/>
            <a:ext cx="3096344" cy="863358"/>
            <a:chOff x="803640" y="3362835"/>
            <a:chExt cx="2059657" cy="863358"/>
          </a:xfrm>
        </p:grpSpPr>
        <p:sp>
          <p:nvSpPr>
            <p:cNvPr id="27" name="TextBox 2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67544" y="4302460"/>
            <a:ext cx="813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393256"/>
              </p:ext>
            </p:extLst>
          </p:nvPr>
        </p:nvGraphicFramePr>
        <p:xfrm>
          <a:off x="914400" y="3666744"/>
          <a:ext cx="8960" cy="5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ackager Shell Object" showAsIcon="1" r:id="rId4" imgW="896040" imgH="538200" progId="Package">
                  <p:embed/>
                </p:oleObj>
              </mc:Choice>
              <mc:Fallback>
                <p:oleObj name="Packager Shell Object" showAsIcon="1" r:id="rId4" imgW="896040" imgH="5382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3666744"/>
                        <a:ext cx="8960" cy="5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2" r="11952"/>
          <a:stretch>
            <a:fillRect/>
          </a:stretch>
        </p:blipFill>
        <p:spPr>
          <a:xfrm>
            <a:off x="914400" y="1384876"/>
            <a:ext cx="3085597" cy="2281868"/>
          </a:xfrm>
        </p:spPr>
      </p:pic>
    </p:spTree>
    <p:extLst>
      <p:ext uri="{BB962C8B-B14F-4D97-AF65-F5344CB8AC3E}">
        <p14:creationId xmlns:p14="http://schemas.microsoft.com/office/powerpoint/2010/main" val="3210970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Table Style</a:t>
            </a:r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446182"/>
              </p:ext>
            </p:extLst>
          </p:nvPr>
        </p:nvGraphicFramePr>
        <p:xfrm>
          <a:off x="716140" y="1302382"/>
          <a:ext cx="1823864" cy="33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$150</a:t>
                      </a:r>
                      <a:endParaRPr lang="ko-KR" alt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Easy to change colors, photos and Text</a:t>
                      </a: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2592"/>
              </p:ext>
            </p:extLst>
          </p:nvPr>
        </p:nvGraphicFramePr>
        <p:xfrm>
          <a:off x="2675400" y="1302382"/>
          <a:ext cx="1823864" cy="33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b="1" dirty="0">
                          <a:solidFill>
                            <a:schemeClr val="accent3"/>
                          </a:solidFill>
                          <a:latin typeface="+mn-lt"/>
                          <a:cs typeface="Arial" pitchFamily="34" charset="0"/>
                        </a:rPr>
                        <a:t>$180</a:t>
                      </a:r>
                      <a:endParaRPr lang="ko-KR" altLang="en-US" sz="3200" b="1" dirty="0">
                        <a:solidFill>
                          <a:schemeClr val="accent3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Easy to change colors, photos and Text</a:t>
                      </a: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2002"/>
              </p:ext>
            </p:extLst>
          </p:nvPr>
        </p:nvGraphicFramePr>
        <p:xfrm>
          <a:off x="4634660" y="1302382"/>
          <a:ext cx="1823864" cy="33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$130</a:t>
                      </a:r>
                      <a:endParaRPr lang="ko-KR" alt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Easy to change colors, photos and Text</a:t>
                      </a: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21181"/>
              </p:ext>
            </p:extLst>
          </p:nvPr>
        </p:nvGraphicFramePr>
        <p:xfrm>
          <a:off x="6593919" y="1302382"/>
          <a:ext cx="1823864" cy="33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$100</a:t>
                      </a:r>
                      <a:endParaRPr lang="ko-KR" alt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Get a modern PowerPoint  Presentation that is beautifully designed. Easy to change colors, photos and Text</a:t>
                      </a: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Insert the title of your subtitle Here</a:t>
            </a:r>
          </a:p>
        </p:txBody>
      </p:sp>
      <p:sp>
        <p:nvSpPr>
          <p:cNvPr id="12" name="Block Arc 14"/>
          <p:cNvSpPr/>
          <p:nvPr/>
        </p:nvSpPr>
        <p:spPr>
          <a:xfrm rot="16200000">
            <a:off x="1430869" y="1995574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Rectangle 36"/>
          <p:cNvSpPr/>
          <p:nvPr/>
        </p:nvSpPr>
        <p:spPr>
          <a:xfrm>
            <a:off x="5394710" y="2035427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Rectangle 16"/>
          <p:cNvSpPr/>
          <p:nvPr/>
        </p:nvSpPr>
        <p:spPr>
          <a:xfrm rot="2700000">
            <a:off x="7394037" y="1949657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ounded Rectangle 27"/>
          <p:cNvSpPr/>
          <p:nvPr/>
        </p:nvSpPr>
        <p:spPr>
          <a:xfrm>
            <a:off x="3431006" y="2036005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6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Chart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60" name="Group 359"/>
          <p:cNvGrpSpPr/>
          <p:nvPr/>
        </p:nvGrpSpPr>
        <p:grpSpPr>
          <a:xfrm>
            <a:off x="955608" y="1931210"/>
            <a:ext cx="1800183" cy="1832423"/>
            <a:chOff x="963093" y="1142955"/>
            <a:chExt cx="1800183" cy="1832423"/>
          </a:xfrm>
        </p:grpSpPr>
        <p:grpSp>
          <p:nvGrpSpPr>
            <p:cNvPr id="15" name="Group 14"/>
            <p:cNvGrpSpPr/>
            <p:nvPr/>
          </p:nvGrpSpPr>
          <p:grpSpPr>
            <a:xfrm>
              <a:off x="963093" y="2831378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5" name="Oval 4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963093" y="2643779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9" name="Oval 38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963093" y="2456176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50" name="Oval 49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963093" y="2268573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61" name="Oval 60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963093" y="2080970"/>
              <a:ext cx="1800183" cy="144000"/>
              <a:chOff x="2267745" y="2787775"/>
              <a:chExt cx="1800183" cy="144000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963093" y="1893367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83" name="Oval 82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963093" y="1705764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94" name="Oval 93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963093" y="1518161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105" name="Oval 104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963093" y="1330558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116" name="Oval 115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963093" y="1142955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127" name="Oval 126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59" name="Group 358"/>
          <p:cNvGrpSpPr/>
          <p:nvPr/>
        </p:nvGrpSpPr>
        <p:grpSpPr>
          <a:xfrm>
            <a:off x="3671863" y="1931210"/>
            <a:ext cx="1800183" cy="1832423"/>
            <a:chOff x="3923928" y="1226655"/>
            <a:chExt cx="1800183" cy="1832423"/>
          </a:xfrm>
        </p:grpSpPr>
        <p:grpSp>
          <p:nvGrpSpPr>
            <p:cNvPr id="138" name="Group 137"/>
            <p:cNvGrpSpPr/>
            <p:nvPr/>
          </p:nvGrpSpPr>
          <p:grpSpPr>
            <a:xfrm>
              <a:off x="3923928" y="2915078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39" name="Oval 138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9" name="Group 148"/>
            <p:cNvGrpSpPr/>
            <p:nvPr/>
          </p:nvGrpSpPr>
          <p:grpSpPr>
            <a:xfrm>
              <a:off x="3923928" y="2727479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0" name="Oval 149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3923928" y="2539876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61" name="Oval 160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1" name="Group 170"/>
            <p:cNvGrpSpPr/>
            <p:nvPr/>
          </p:nvGrpSpPr>
          <p:grpSpPr>
            <a:xfrm>
              <a:off x="3923928" y="2352273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72" name="Oval 171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3923928" y="2164670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83" name="Oval 182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Oval 185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Oval 186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Oval 187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Oval 189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Oval 190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2" name="Oval 191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3" name="Group 192"/>
            <p:cNvGrpSpPr/>
            <p:nvPr/>
          </p:nvGrpSpPr>
          <p:grpSpPr>
            <a:xfrm>
              <a:off x="3923928" y="1977067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94" name="Oval 193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Oval 194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Oval 195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Oval 196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Oval 197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Oval 198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Oval 199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Oval 200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Oval 201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Oval 202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4" name="Group 203"/>
            <p:cNvGrpSpPr/>
            <p:nvPr/>
          </p:nvGrpSpPr>
          <p:grpSpPr>
            <a:xfrm>
              <a:off x="3923928" y="1789464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205" name="Oval 204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Oval 205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Oval 206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8" name="Oval 207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Oval 208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Oval 209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Oval 210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Oval 211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Oval 212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4" name="Oval 213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5" name="Group 214"/>
            <p:cNvGrpSpPr/>
            <p:nvPr/>
          </p:nvGrpSpPr>
          <p:grpSpPr>
            <a:xfrm>
              <a:off x="3923928" y="1601861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216" name="Oval 215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Oval 216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Oval 217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Oval 219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Oval 220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Oval 221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Oval 223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6" name="Group 225"/>
            <p:cNvGrpSpPr/>
            <p:nvPr/>
          </p:nvGrpSpPr>
          <p:grpSpPr>
            <a:xfrm>
              <a:off x="3923928" y="1414258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227" name="Oval 226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Oval 227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Oval 228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Oval 229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Oval 230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Oval 231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Oval 232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Oval 233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Oval 234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6" name="Oval 235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7" name="Group 236"/>
            <p:cNvGrpSpPr/>
            <p:nvPr/>
          </p:nvGrpSpPr>
          <p:grpSpPr>
            <a:xfrm>
              <a:off x="3923928" y="1226655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238" name="Oval 237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Oval 238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Oval 240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Oval 241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Oval 242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4" name="Oval 243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5" name="Oval 244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Oval 245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7" name="Oval 246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58" name="Group 357"/>
          <p:cNvGrpSpPr/>
          <p:nvPr/>
        </p:nvGrpSpPr>
        <p:grpSpPr>
          <a:xfrm>
            <a:off x="6388119" y="1931210"/>
            <a:ext cx="1800183" cy="1832423"/>
            <a:chOff x="6588224" y="1286955"/>
            <a:chExt cx="1800183" cy="1832423"/>
          </a:xfrm>
        </p:grpSpPr>
        <p:grpSp>
          <p:nvGrpSpPr>
            <p:cNvPr id="248" name="Group 247"/>
            <p:cNvGrpSpPr/>
            <p:nvPr/>
          </p:nvGrpSpPr>
          <p:grpSpPr>
            <a:xfrm>
              <a:off x="6588224" y="2975378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49" name="Oval 248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0" name="Oval 249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Oval 250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Oval 251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Oval 252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Oval 253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Oval 254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Oval 255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Oval 256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Oval 257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9" name="Group 258"/>
            <p:cNvGrpSpPr/>
            <p:nvPr/>
          </p:nvGrpSpPr>
          <p:grpSpPr>
            <a:xfrm>
              <a:off x="6588224" y="2787779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60" name="Oval 259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Oval 260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Oval 261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Oval 262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Oval 263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Oval 264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Oval 265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Oval 266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Oval 267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9" name="Oval 268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>
              <a:off x="6588224" y="2600176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71" name="Oval 270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Oval 271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Oval 272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Oval 273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5" name="Oval 274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Oval 276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9" name="Oval 278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1" name="Group 280"/>
            <p:cNvGrpSpPr/>
            <p:nvPr/>
          </p:nvGrpSpPr>
          <p:grpSpPr>
            <a:xfrm>
              <a:off x="6588224" y="2412573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82" name="Oval 281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Oval 282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Oval 283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Oval 284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6" name="Oval 285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Oval 286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Oval 287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Oval 288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0" name="Oval 289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1" name="Oval 290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2" name="Group 291"/>
            <p:cNvGrpSpPr/>
            <p:nvPr/>
          </p:nvGrpSpPr>
          <p:grpSpPr>
            <a:xfrm>
              <a:off x="6588224" y="2224970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93" name="Oval 292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Oval 293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Oval 294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Oval 295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Oval 296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Oval 297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Oval 298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Oval 299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Oval 300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2" name="Oval 301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3" name="Group 302"/>
            <p:cNvGrpSpPr/>
            <p:nvPr/>
          </p:nvGrpSpPr>
          <p:grpSpPr>
            <a:xfrm>
              <a:off x="6588224" y="2037367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04" name="Oval 303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Oval 304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Oval 305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7" name="Oval 306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8" name="Oval 307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9" name="Oval 308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Oval 309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1" name="Oval 310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2" name="Oval 311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3" name="Oval 312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4" name="Group 313"/>
            <p:cNvGrpSpPr/>
            <p:nvPr/>
          </p:nvGrpSpPr>
          <p:grpSpPr>
            <a:xfrm>
              <a:off x="6588224" y="1849764"/>
              <a:ext cx="1800183" cy="144000"/>
              <a:chOff x="2267745" y="2787775"/>
              <a:chExt cx="1800183" cy="144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15" name="Oval 314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Oval 315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Oval 316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Oval 317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Oval 318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Oval 319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Oval 320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Oval 321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Oval 322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Oval 323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5" name="Group 324"/>
            <p:cNvGrpSpPr/>
            <p:nvPr/>
          </p:nvGrpSpPr>
          <p:grpSpPr>
            <a:xfrm>
              <a:off x="6588224" y="1662161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326" name="Oval 325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Oval 326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Oval 327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Oval 328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Oval 329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Oval 330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2" name="Oval 331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3" name="Oval 332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Oval 333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5" name="Oval 334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6" name="Group 335"/>
            <p:cNvGrpSpPr/>
            <p:nvPr/>
          </p:nvGrpSpPr>
          <p:grpSpPr>
            <a:xfrm>
              <a:off x="6588224" y="1474558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337" name="Oval 336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Oval 337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Oval 338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Oval 339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1" name="Oval 340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Oval 341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Oval 342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Oval 343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5" name="Oval 344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6" name="Oval 345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7" name="Group 346"/>
            <p:cNvGrpSpPr/>
            <p:nvPr/>
          </p:nvGrpSpPr>
          <p:grpSpPr>
            <a:xfrm>
              <a:off x="6588224" y="1286955"/>
              <a:ext cx="1800183" cy="144000"/>
              <a:chOff x="2267745" y="2787775"/>
              <a:chExt cx="1800183" cy="144000"/>
            </a:xfrm>
            <a:solidFill>
              <a:schemeClr val="bg1"/>
            </a:solidFill>
          </p:grpSpPr>
          <p:sp>
            <p:nvSpPr>
              <p:cNvPr id="348" name="Oval 347"/>
              <p:cNvSpPr/>
              <p:nvPr/>
            </p:nvSpPr>
            <p:spPr>
              <a:xfrm>
                <a:off x="22677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Oval 348"/>
              <p:cNvSpPr/>
              <p:nvPr/>
            </p:nvSpPr>
            <p:spPr>
              <a:xfrm>
                <a:off x="24517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Oval 349"/>
              <p:cNvSpPr/>
              <p:nvPr/>
            </p:nvSpPr>
            <p:spPr>
              <a:xfrm>
                <a:off x="26357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Oval 350"/>
              <p:cNvSpPr/>
              <p:nvPr/>
            </p:nvSpPr>
            <p:spPr>
              <a:xfrm>
                <a:off x="28198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Oval 351"/>
              <p:cNvSpPr/>
              <p:nvPr/>
            </p:nvSpPr>
            <p:spPr>
              <a:xfrm>
                <a:off x="300382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Oval 352"/>
              <p:cNvSpPr/>
              <p:nvPr/>
            </p:nvSpPr>
            <p:spPr>
              <a:xfrm>
                <a:off x="318784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Oval 353"/>
              <p:cNvSpPr/>
              <p:nvPr/>
            </p:nvSpPr>
            <p:spPr>
              <a:xfrm>
                <a:off x="337186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Oval 354"/>
              <p:cNvSpPr/>
              <p:nvPr/>
            </p:nvSpPr>
            <p:spPr>
              <a:xfrm>
                <a:off x="355588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Oval 355"/>
              <p:cNvSpPr/>
              <p:nvPr/>
            </p:nvSpPr>
            <p:spPr>
              <a:xfrm>
                <a:off x="3739905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7" name="Oval 356"/>
              <p:cNvSpPr/>
              <p:nvPr/>
            </p:nvSpPr>
            <p:spPr>
              <a:xfrm>
                <a:off x="3923928" y="2787775"/>
                <a:ext cx="144000" cy="14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61" name="Oval 360"/>
          <p:cNvSpPr/>
          <p:nvPr/>
        </p:nvSpPr>
        <p:spPr>
          <a:xfrm>
            <a:off x="1514396" y="1171345"/>
            <a:ext cx="682607" cy="68260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2" name="Oval 361"/>
          <p:cNvSpPr/>
          <p:nvPr/>
        </p:nvSpPr>
        <p:spPr>
          <a:xfrm>
            <a:off x="4230652" y="1171345"/>
            <a:ext cx="682607" cy="68260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3" name="Oval 362"/>
          <p:cNvSpPr/>
          <p:nvPr/>
        </p:nvSpPr>
        <p:spPr>
          <a:xfrm>
            <a:off x="6946907" y="1171345"/>
            <a:ext cx="682607" cy="68260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4" name="TextBox 363"/>
          <p:cNvSpPr txBox="1"/>
          <p:nvPr/>
        </p:nvSpPr>
        <p:spPr>
          <a:xfrm>
            <a:off x="1531143" y="1327981"/>
            <a:ext cx="66459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46%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65" name="TextBox 364"/>
          <p:cNvSpPr txBox="1"/>
          <p:nvPr/>
        </p:nvSpPr>
        <p:spPr>
          <a:xfrm>
            <a:off x="4241931" y="1320116"/>
            <a:ext cx="66459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63%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66" name="TextBox 365"/>
          <p:cNvSpPr txBox="1"/>
          <p:nvPr/>
        </p:nvSpPr>
        <p:spPr>
          <a:xfrm>
            <a:off x="6952719" y="1312251"/>
            <a:ext cx="66459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78%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367" name="Group 366"/>
          <p:cNvGrpSpPr/>
          <p:nvPr/>
        </p:nvGrpSpPr>
        <p:grpSpPr>
          <a:xfrm>
            <a:off x="949435" y="3835641"/>
            <a:ext cx="1806356" cy="863358"/>
            <a:chOff x="803640" y="3362835"/>
            <a:chExt cx="2059657" cy="863358"/>
          </a:xfrm>
        </p:grpSpPr>
        <p:sp>
          <p:nvSpPr>
            <p:cNvPr id="368" name="TextBox 367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9" name="TextBox 36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0" name="Group 369"/>
          <p:cNvGrpSpPr/>
          <p:nvPr/>
        </p:nvGrpSpPr>
        <p:grpSpPr>
          <a:xfrm>
            <a:off x="3671049" y="3835641"/>
            <a:ext cx="1806356" cy="863358"/>
            <a:chOff x="803640" y="3362835"/>
            <a:chExt cx="2059657" cy="863358"/>
          </a:xfrm>
        </p:grpSpPr>
        <p:sp>
          <p:nvSpPr>
            <p:cNvPr id="371" name="TextBox 370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3" name="Group 372"/>
          <p:cNvGrpSpPr/>
          <p:nvPr/>
        </p:nvGrpSpPr>
        <p:grpSpPr>
          <a:xfrm>
            <a:off x="6392663" y="3835641"/>
            <a:ext cx="1806356" cy="863358"/>
            <a:chOff x="803640" y="3362835"/>
            <a:chExt cx="2059657" cy="863358"/>
          </a:xfrm>
        </p:grpSpPr>
        <p:sp>
          <p:nvSpPr>
            <p:cNvPr id="374" name="TextBox 37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376" name="Picture 37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02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71438" y="1539294"/>
            <a:ext cx="624015" cy="624015"/>
            <a:chOff x="5364088" y="2787774"/>
            <a:chExt cx="914400" cy="914400"/>
          </a:xfrm>
        </p:grpSpPr>
        <p:sp>
          <p:nvSpPr>
            <p:cNvPr id="9" name="Oval 8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Block Arc 14"/>
          <p:cNvSpPr/>
          <p:nvPr/>
        </p:nvSpPr>
        <p:spPr>
          <a:xfrm rot="16200000">
            <a:off x="568241" y="1737460"/>
            <a:ext cx="227531" cy="227679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71438" y="2405589"/>
            <a:ext cx="624015" cy="624015"/>
            <a:chOff x="5364088" y="2787774"/>
            <a:chExt cx="914400" cy="914400"/>
          </a:xfrm>
        </p:grpSpPr>
        <p:sp>
          <p:nvSpPr>
            <p:cNvPr id="13" name="Oval 12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71438" y="3271884"/>
            <a:ext cx="624015" cy="624015"/>
            <a:chOff x="5364088" y="2787774"/>
            <a:chExt cx="914400" cy="914400"/>
          </a:xfrm>
        </p:grpSpPr>
        <p:sp>
          <p:nvSpPr>
            <p:cNvPr id="16" name="Oval 15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147853" y="1419622"/>
            <a:ext cx="2016224" cy="863358"/>
            <a:chOff x="803640" y="3362835"/>
            <a:chExt cx="2059657" cy="863358"/>
          </a:xfrm>
        </p:grpSpPr>
        <p:sp>
          <p:nvSpPr>
            <p:cNvPr id="19" name="TextBox 1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1" name="Rectangle 36"/>
          <p:cNvSpPr/>
          <p:nvPr/>
        </p:nvSpPr>
        <p:spPr>
          <a:xfrm>
            <a:off x="562770" y="2615269"/>
            <a:ext cx="249318" cy="208411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ounded Rectangle 27"/>
          <p:cNvSpPr/>
          <p:nvPr/>
        </p:nvSpPr>
        <p:spPr>
          <a:xfrm>
            <a:off x="549614" y="3485117"/>
            <a:ext cx="270085" cy="20746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147853" y="2281016"/>
            <a:ext cx="2016224" cy="863358"/>
            <a:chOff x="803640" y="3362835"/>
            <a:chExt cx="2059657" cy="863358"/>
          </a:xfrm>
        </p:grpSpPr>
        <p:sp>
          <p:nvSpPr>
            <p:cNvPr id="24" name="TextBox 2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147853" y="3142410"/>
            <a:ext cx="2016224" cy="863358"/>
            <a:chOff x="803640" y="3362835"/>
            <a:chExt cx="2059657" cy="863358"/>
          </a:xfrm>
        </p:grpSpPr>
        <p:sp>
          <p:nvSpPr>
            <p:cNvPr id="27" name="TextBox 2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55520" y="4138179"/>
            <a:ext cx="624015" cy="624015"/>
            <a:chOff x="5364088" y="2787774"/>
            <a:chExt cx="914400" cy="914400"/>
          </a:xfrm>
        </p:grpSpPr>
        <p:sp>
          <p:nvSpPr>
            <p:cNvPr id="30" name="Oval 29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147853" y="4003805"/>
            <a:ext cx="2016224" cy="863358"/>
            <a:chOff x="803640" y="3362835"/>
            <a:chExt cx="2059657" cy="863358"/>
          </a:xfrm>
        </p:grpSpPr>
        <p:sp>
          <p:nvSpPr>
            <p:cNvPr id="33" name="TextBox 3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5" name="Rectangle 16"/>
          <p:cNvSpPr/>
          <p:nvPr/>
        </p:nvSpPr>
        <p:spPr>
          <a:xfrm rot="2700000">
            <a:off x="578077" y="4278306"/>
            <a:ext cx="178897" cy="34036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 Placeholder 1"/>
          <p:cNvSpPr txBox="1">
            <a:spLocks/>
          </p:cNvSpPr>
          <p:nvPr/>
        </p:nvSpPr>
        <p:spPr>
          <a:xfrm>
            <a:off x="395536" y="147331"/>
            <a:ext cx="2952328" cy="12002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Portfolio 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</p:txBody>
      </p:sp>
      <p:sp>
        <p:nvSpPr>
          <p:cNvPr id="43" name="Frame 42"/>
          <p:cNvSpPr/>
          <p:nvPr/>
        </p:nvSpPr>
        <p:spPr>
          <a:xfrm rot="18900000">
            <a:off x="6357213" y="1495074"/>
            <a:ext cx="1164819" cy="1164819"/>
          </a:xfrm>
          <a:prstGeom prst="frame">
            <a:avLst>
              <a:gd name="adj1" fmla="val 773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9" name="Picture Placeholder 38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9" r="39299"/>
          <a:stretch>
            <a:fillRect/>
          </a:stretch>
        </p:blipFill>
        <p:spPr/>
      </p:pic>
      <p:pic>
        <p:nvPicPr>
          <p:cNvPr id="4" name="Picture Placeholder 3"/>
          <p:cNvPicPr>
            <a:picLocks noGrp="1" noChangeAspect="1"/>
          </p:cNvPicPr>
          <p:nvPr>
            <p:ph type="pic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6" r="3156"/>
          <a:stretch>
            <a:fillRect/>
          </a:stretch>
        </p:blipFill>
        <p:spPr/>
      </p:pic>
      <p:pic>
        <p:nvPicPr>
          <p:cNvPr id="6" name="Picture Placeholder 5"/>
          <p:cNvPicPr>
            <a:picLocks noGrp="1" noChangeAspect="1"/>
          </p:cNvPicPr>
          <p:nvPr>
            <p:ph type="pic" idx="1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9" r="27759"/>
          <a:stretch>
            <a:fillRect/>
          </a:stretch>
        </p:blipFill>
        <p:spPr/>
      </p:pic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7" r="28997"/>
          <a:stretch>
            <a:fillRect/>
          </a:stretch>
        </p:blipFill>
        <p:spPr/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6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 rot="13851310">
            <a:off x="3096313" y="2396418"/>
            <a:ext cx="1772081" cy="360040"/>
            <a:chOff x="3779912" y="1815666"/>
            <a:chExt cx="1772081" cy="360040"/>
          </a:xfrm>
        </p:grpSpPr>
        <p:sp>
          <p:nvSpPr>
            <p:cNvPr id="17" name="Pentagon 16"/>
            <p:cNvSpPr/>
            <p:nvPr/>
          </p:nvSpPr>
          <p:spPr>
            <a:xfrm flipV="1">
              <a:off x="3779912" y="1815666"/>
              <a:ext cx="907986" cy="360040"/>
            </a:xfrm>
            <a:prstGeom prst="homePlat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Chevron 17"/>
            <p:cNvSpPr/>
            <p:nvPr/>
          </p:nvSpPr>
          <p:spPr>
            <a:xfrm>
              <a:off x="4560654" y="1815666"/>
              <a:ext cx="991339" cy="360040"/>
            </a:xfrm>
            <a:prstGeom prst="chevr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 rot="7384107">
            <a:off x="4229771" y="2340262"/>
            <a:ext cx="1772081" cy="360040"/>
            <a:chOff x="3779912" y="1815666"/>
            <a:chExt cx="1772081" cy="360040"/>
          </a:xfrm>
        </p:grpSpPr>
        <p:sp>
          <p:nvSpPr>
            <p:cNvPr id="14" name="Pentagon 13"/>
            <p:cNvSpPr/>
            <p:nvPr/>
          </p:nvSpPr>
          <p:spPr>
            <a:xfrm flipV="1">
              <a:off x="3779912" y="1815666"/>
              <a:ext cx="907986" cy="360040"/>
            </a:xfrm>
            <a:prstGeom prst="homePlat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Chevron 14"/>
            <p:cNvSpPr/>
            <p:nvPr/>
          </p:nvSpPr>
          <p:spPr>
            <a:xfrm>
              <a:off x="4560654" y="1815666"/>
              <a:ext cx="991339" cy="360040"/>
            </a:xfrm>
            <a:prstGeom prst="chevr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663042" y="1571524"/>
            <a:ext cx="1772081" cy="360040"/>
            <a:chOff x="3779912" y="1815666"/>
            <a:chExt cx="1772081" cy="360040"/>
          </a:xfrm>
        </p:grpSpPr>
        <p:sp>
          <p:nvSpPr>
            <p:cNvPr id="9" name="Pentagon 8"/>
            <p:cNvSpPr/>
            <p:nvPr/>
          </p:nvSpPr>
          <p:spPr>
            <a:xfrm flipV="1">
              <a:off x="3779912" y="1815666"/>
              <a:ext cx="907986" cy="360040"/>
            </a:xfrm>
            <a:prstGeom prst="homePlat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/>
            <p:cNvSpPr/>
            <p:nvPr/>
          </p:nvSpPr>
          <p:spPr>
            <a:xfrm>
              <a:off x="4560654" y="1815666"/>
              <a:ext cx="991339" cy="360040"/>
            </a:xfrm>
            <a:prstGeom prst="chevr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/>
        </p:nvSpPr>
        <p:spPr>
          <a:xfrm>
            <a:off x="2987824" y="1319496"/>
            <a:ext cx="864096" cy="864096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135255" y="2975680"/>
            <a:ext cx="864096" cy="864096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282686" y="1319496"/>
            <a:ext cx="864096" cy="864096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Block Arc 14"/>
          <p:cNvSpPr/>
          <p:nvPr/>
        </p:nvSpPr>
        <p:spPr>
          <a:xfrm rot="16200000">
            <a:off x="3253166" y="1584729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Rectangle 16"/>
          <p:cNvSpPr/>
          <p:nvPr/>
        </p:nvSpPr>
        <p:spPr>
          <a:xfrm rot="2700000">
            <a:off x="4460187" y="3194995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Rounded Rectangle 27"/>
          <p:cNvSpPr/>
          <p:nvPr/>
        </p:nvSpPr>
        <p:spPr>
          <a:xfrm>
            <a:off x="5550199" y="1625159"/>
            <a:ext cx="329069" cy="25276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2" name="Group 21"/>
          <p:cNvGrpSpPr/>
          <p:nvPr/>
        </p:nvGrpSpPr>
        <p:grpSpPr>
          <a:xfrm>
            <a:off x="3271159" y="3940640"/>
            <a:ext cx="2592288" cy="863358"/>
            <a:chOff x="803640" y="3362835"/>
            <a:chExt cx="2059657" cy="863358"/>
          </a:xfrm>
        </p:grpSpPr>
        <p:sp>
          <p:nvSpPr>
            <p:cNvPr id="23" name="TextBox 22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300192" y="1320234"/>
            <a:ext cx="2592288" cy="863358"/>
            <a:chOff x="803640" y="3362835"/>
            <a:chExt cx="2059657" cy="863358"/>
          </a:xfrm>
        </p:grpSpPr>
        <p:sp>
          <p:nvSpPr>
            <p:cNvPr id="26" name="TextBox 2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77403" y="1320234"/>
            <a:ext cx="2592288" cy="863358"/>
            <a:chOff x="803640" y="3362835"/>
            <a:chExt cx="2059657" cy="863358"/>
          </a:xfrm>
        </p:grpSpPr>
        <p:sp>
          <p:nvSpPr>
            <p:cNvPr id="29" name="TextBox 2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1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"/>
          <p:cNvSpPr txBox="1">
            <a:spLocks/>
          </p:cNvSpPr>
          <p:nvPr/>
        </p:nvSpPr>
        <p:spPr>
          <a:xfrm>
            <a:off x="395536" y="699294"/>
            <a:ext cx="2952328" cy="19444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Portfolio 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Designed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436096" y="283517"/>
            <a:ext cx="3168352" cy="863358"/>
            <a:chOff x="803640" y="3362835"/>
            <a:chExt cx="2059657" cy="863358"/>
          </a:xfrm>
        </p:grpSpPr>
        <p:sp>
          <p:nvSpPr>
            <p:cNvPr id="16" name="TextBox 1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324172" y="4011910"/>
            <a:ext cx="3168352" cy="863358"/>
            <a:chOff x="803640" y="3362835"/>
            <a:chExt cx="2059657" cy="863358"/>
          </a:xfrm>
        </p:grpSpPr>
        <p:sp>
          <p:nvSpPr>
            <p:cNvPr id="19" name="TextBox 1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676100" y="1786118"/>
            <a:ext cx="1332148" cy="1602022"/>
            <a:chOff x="803640" y="3362835"/>
            <a:chExt cx="2059657" cy="1602022"/>
          </a:xfrm>
        </p:grpSpPr>
        <p:sp>
          <p:nvSpPr>
            <p:cNvPr id="22" name="TextBox 21"/>
            <p:cNvSpPr txBox="1"/>
            <p:nvPr/>
          </p:nvSpPr>
          <p:spPr>
            <a:xfrm>
              <a:off x="803640" y="3579862"/>
              <a:ext cx="205965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95536" y="2804324"/>
            <a:ext cx="266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536" y="3795886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Frame 25"/>
          <p:cNvSpPr/>
          <p:nvPr/>
        </p:nvSpPr>
        <p:spPr>
          <a:xfrm>
            <a:off x="5244150" y="1513554"/>
            <a:ext cx="2376264" cy="2115632"/>
          </a:xfrm>
          <a:prstGeom prst="frame">
            <a:avLst>
              <a:gd name="adj1" fmla="val 13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Frame 26"/>
          <p:cNvSpPr/>
          <p:nvPr/>
        </p:nvSpPr>
        <p:spPr>
          <a:xfrm>
            <a:off x="3800094" y="90723"/>
            <a:ext cx="1255940" cy="1258555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Frame 27"/>
          <p:cNvSpPr/>
          <p:nvPr/>
        </p:nvSpPr>
        <p:spPr>
          <a:xfrm>
            <a:off x="7796030" y="3794223"/>
            <a:ext cx="1255940" cy="1258555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2" r="21802"/>
          <a:stretch>
            <a:fillRect/>
          </a:stretch>
        </p:blipFill>
        <p:spPr/>
      </p:pic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1" r="15071"/>
          <a:stretch>
            <a:fillRect/>
          </a:stretch>
        </p:blipFill>
        <p:spPr/>
      </p:pic>
      <p:pic>
        <p:nvPicPr>
          <p:cNvPr id="6" name="Picture Placeholder 5"/>
          <p:cNvPicPr>
            <a:picLocks noGrp="1" noChangeAspect="1"/>
          </p:cNvPicPr>
          <p:nvPr>
            <p:ph type="pic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 r="19000"/>
          <a:stretch>
            <a:fillRect/>
          </a:stretch>
        </p:blipFill>
        <p:spPr/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3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Chart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905179845"/>
              </p:ext>
            </p:extLst>
          </p:nvPr>
        </p:nvGraphicFramePr>
        <p:xfrm>
          <a:off x="2820111" y="1224747"/>
          <a:ext cx="3552089" cy="3323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85504" y="2258604"/>
            <a:ext cx="7992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45%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183" y="3554748"/>
            <a:ext cx="7992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30%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8994" y="1834251"/>
            <a:ext cx="7992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25%</a:t>
            </a:r>
            <a:endParaRPr lang="ko-KR" alt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744203" y="2034306"/>
            <a:ext cx="1703904" cy="1703904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Block Arc 14"/>
          <p:cNvSpPr/>
          <p:nvPr/>
        </p:nvSpPr>
        <p:spPr>
          <a:xfrm rot="16200000">
            <a:off x="4229268" y="2555156"/>
            <a:ext cx="661771" cy="662202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228184" y="1434095"/>
            <a:ext cx="2376264" cy="2608807"/>
            <a:chOff x="803640" y="3362835"/>
            <a:chExt cx="2059657" cy="2608807"/>
          </a:xfrm>
        </p:grpSpPr>
        <p:sp>
          <p:nvSpPr>
            <p:cNvPr id="13" name="TextBox 12"/>
            <p:cNvSpPr txBox="1"/>
            <p:nvPr/>
          </p:nvSpPr>
          <p:spPr>
            <a:xfrm>
              <a:off x="803640" y="3663318"/>
              <a:ext cx="2059657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 Easy to change colors, photos and Text.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39552" y="1434095"/>
            <a:ext cx="2376264" cy="1500812"/>
            <a:chOff x="803640" y="3362835"/>
            <a:chExt cx="2059657" cy="1500812"/>
          </a:xfrm>
        </p:grpSpPr>
        <p:sp>
          <p:nvSpPr>
            <p:cNvPr id="19" name="TextBox 18"/>
            <p:cNvSpPr txBox="1"/>
            <p:nvPr/>
          </p:nvSpPr>
          <p:spPr>
            <a:xfrm>
              <a:off x="803640" y="3663318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39552" y="2971182"/>
            <a:ext cx="2376264" cy="1500812"/>
            <a:chOff x="803640" y="3362835"/>
            <a:chExt cx="2059657" cy="1500812"/>
          </a:xfrm>
        </p:grpSpPr>
        <p:sp>
          <p:nvSpPr>
            <p:cNvPr id="22" name="TextBox 21"/>
            <p:cNvSpPr txBox="1"/>
            <p:nvPr/>
          </p:nvSpPr>
          <p:spPr>
            <a:xfrm>
              <a:off x="803640" y="3663318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25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Columns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508231" y="1082094"/>
            <a:ext cx="5024209" cy="3042920"/>
            <a:chOff x="3687661" y="1203598"/>
            <a:chExt cx="2252491" cy="3042920"/>
          </a:xfrm>
        </p:grpSpPr>
        <p:sp>
          <p:nvSpPr>
            <p:cNvPr id="5" name="TextBox 4"/>
            <p:cNvSpPr txBox="1"/>
            <p:nvPr/>
          </p:nvSpPr>
          <p:spPr>
            <a:xfrm>
              <a:off x="3687661" y="1568862"/>
              <a:ext cx="225249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You can simply impress your audience and add a unique zing and appeal to your Presentations. Easy to change colors, photos and Text. You can simply impress your audience and add a unique zing and appeal to your Presentations.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87661" y="1203598"/>
              <a:ext cx="22524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30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Columns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508231" y="1082094"/>
            <a:ext cx="2252491" cy="3042920"/>
            <a:chOff x="3687661" y="1203598"/>
            <a:chExt cx="2252491" cy="3042920"/>
          </a:xfrm>
        </p:grpSpPr>
        <p:sp>
          <p:nvSpPr>
            <p:cNvPr id="6" name="TextBox 5"/>
            <p:cNvSpPr txBox="1"/>
            <p:nvPr/>
          </p:nvSpPr>
          <p:spPr>
            <a:xfrm>
              <a:off x="3687661" y="1568862"/>
              <a:ext cx="225249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687661" y="1203598"/>
              <a:ext cx="22524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20762" y="1082094"/>
            <a:ext cx="2252491" cy="3042920"/>
            <a:chOff x="3687661" y="1203598"/>
            <a:chExt cx="2252491" cy="3042920"/>
          </a:xfrm>
        </p:grpSpPr>
        <p:sp>
          <p:nvSpPr>
            <p:cNvPr id="12" name="TextBox 11"/>
            <p:cNvSpPr txBox="1"/>
            <p:nvPr/>
          </p:nvSpPr>
          <p:spPr>
            <a:xfrm>
              <a:off x="3687661" y="1568862"/>
              <a:ext cx="225249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87661" y="1203598"/>
              <a:ext cx="22524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261580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08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083919"/>
            <a:ext cx="5046320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Default Font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2509</Words>
  <Application>Microsoft Office PowerPoint</Application>
  <PresentationFormat>On-screen Show (16:9)</PresentationFormat>
  <Paragraphs>311</Paragraphs>
  <Slides>33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맑은 고딕</vt:lpstr>
      <vt:lpstr>Arial</vt:lpstr>
      <vt:lpstr>Arial Unicode MS</vt:lpstr>
      <vt:lpstr>Wingdings</vt:lpstr>
      <vt:lpstr>Cover and End Slide Master</vt:lpstr>
      <vt:lpstr>Contents Slide Master</vt:lpstr>
      <vt:lpstr>Section Break Slide Master</vt:lpstr>
      <vt:lpstr>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xElessaway</cp:lastModifiedBy>
  <cp:revision>105</cp:revision>
  <dcterms:created xsi:type="dcterms:W3CDTF">2016-12-05T23:26:54Z</dcterms:created>
  <dcterms:modified xsi:type="dcterms:W3CDTF">2024-04-30T16:07:59Z</dcterms:modified>
</cp:coreProperties>
</file>